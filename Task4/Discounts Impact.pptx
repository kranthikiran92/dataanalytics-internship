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Props/core0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openxmlformats.org/officedocument/2006/relationships/metadata/core-properties" Target="docProps/core0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77" r:id="rId2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8" r:id="rId14"/>
  </p:sldIdLst>
  <p:sldSz cx="9144000" cy="5143500" type="screen16x9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>
        <p:scale>
          <a:sx n="105" d="100"/>
          <a:sy n="105" d="100"/>
        </p:scale>
        <p:origin x="802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tableStyles" Target="tableStyles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theme" Target="theme/theme1.xml"/><Relationship Id="rId2" Type="http://schemas.openxmlformats.org/officeDocument/2006/relationships/slideMaster" Target="slideMasters/slideMaster2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presProps" Target="presProps.xml"/><Relationship Id="rId10" Type="http://schemas.openxmlformats.org/officeDocument/2006/relationships/slide" Target="slides/slide8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3" Type="http://schemas.openxmlformats.org/officeDocument/2006/relationships/hyperlink" Target="http://bit.ly/2TtBDfr" TargetMode="External"/><Relationship Id="rId2" Type="http://schemas.openxmlformats.org/officeDocument/2006/relationships/hyperlink" Target="http://bit.ly/2Tynxth" TargetMode="External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">
    <p:bg>
      <p:bgPr>
        <a:solidFill>
          <a:schemeClr val="dk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596160" y="685800"/>
            <a:ext cx="5120280" cy="218016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noAutofit/>
          </a:bodyPr>
          <a:lstStyle/>
          <a:p>
            <a:pPr indent="0">
              <a:buNone/>
            </a:pPr>
            <a:r>
              <a:rPr lang="fr-FR" sz="80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cxnSp>
        <p:nvCxnSpPr>
          <p:cNvPr id="3" name="Google Shape;11;p2"/>
          <p:cNvCxnSpPr/>
          <p:nvPr/>
        </p:nvCxnSpPr>
        <p:spPr>
          <a:xfrm flipV="1">
            <a:off x="707040" y="531360"/>
            <a:ext cx="7724880" cy="7200"/>
          </a:xfrm>
          <a:prstGeom prst="straightConnector1">
            <a:avLst/>
          </a:prstGeom>
          <a:ln w="19050">
            <a:solidFill>
              <a:srgbClr val="CEEEFF"/>
            </a:solidFill>
            <a:round/>
          </a:ln>
        </p:spPr>
      </p:cxnSp>
      <p:sp>
        <p:nvSpPr>
          <p:cNvPr id="4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IG_NUMBER">
    <p:bg>
      <p:bgPr>
        <a:solidFill>
          <a:schemeClr val="dk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1284120" y="1515960"/>
            <a:ext cx="6575760" cy="15109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Autofit/>
          </a:bodyPr>
          <a:lstStyle/>
          <a:p>
            <a:pPr indent="0" algn="ctr">
              <a:lnSpc>
                <a:spcPct val="100000"/>
              </a:lnSpc>
              <a:buNone/>
            </a:pPr>
            <a:r>
              <a:rPr lang="fr-FR" sz="9000" b="1" u="none" strike="noStrike">
                <a:solidFill>
                  <a:schemeClr val="lt1"/>
                </a:solidFill>
                <a:effectLst/>
                <a:uFillTx/>
                <a:latin typeface="Space Grotesk"/>
                <a:ea typeface="Space Grotesk"/>
              </a:rPr>
              <a:t>xx%</a:t>
            </a:r>
            <a:endParaRPr lang="fr-FR" sz="90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cxnSp>
        <p:nvCxnSpPr>
          <p:cNvPr id="6" name="Google Shape;79;p11"/>
          <p:cNvCxnSpPr/>
          <p:nvPr/>
        </p:nvCxnSpPr>
        <p:spPr>
          <a:xfrm flipV="1">
            <a:off x="707040" y="531360"/>
            <a:ext cx="7724880" cy="7200"/>
          </a:xfrm>
          <a:prstGeom prst="straightConnector1">
            <a:avLst/>
          </a:prstGeom>
          <a:ln w="19050">
            <a:solidFill>
              <a:srgbClr val="191919"/>
            </a:solidFill>
            <a:round/>
          </a:ln>
        </p:spPr>
      </p:cxnSp>
      <p:grpSp>
        <p:nvGrpSpPr>
          <p:cNvPr id="7" name="Google Shape;80;p11"/>
          <p:cNvGrpSpPr/>
          <p:nvPr/>
        </p:nvGrpSpPr>
        <p:grpSpPr>
          <a:xfrm>
            <a:off x="714960" y="632160"/>
            <a:ext cx="103320" cy="615600"/>
            <a:chOff x="714960" y="632160"/>
            <a:chExt cx="103320" cy="615600"/>
          </a:xfrm>
        </p:grpSpPr>
        <p:sp>
          <p:nvSpPr>
            <p:cNvPr id="8" name="Google Shape;81;p11"/>
            <p:cNvSpPr/>
            <p:nvPr/>
          </p:nvSpPr>
          <p:spPr>
            <a:xfrm>
              <a:off x="714960" y="632160"/>
              <a:ext cx="103320" cy="103320"/>
            </a:xfrm>
            <a:prstGeom prst="ellipse">
              <a:avLst/>
            </a:prstGeom>
            <a:gradFill rotWithShape="0">
              <a:gsLst>
                <a:gs pos="0">
                  <a:srgbClr val="FFFFFF"/>
                </a:gs>
                <a:gs pos="100000">
                  <a:srgbClr val="80D1FC"/>
                </a:gs>
              </a:gsLst>
              <a:lin ang="5400000"/>
            </a:gra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36360" bIns="3636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9" name="Google Shape;82;p11"/>
            <p:cNvSpPr/>
            <p:nvPr/>
          </p:nvSpPr>
          <p:spPr>
            <a:xfrm>
              <a:off x="714960" y="888120"/>
              <a:ext cx="103320" cy="103320"/>
            </a:xfrm>
            <a:prstGeom prst="ellipse">
              <a:avLst/>
            </a:prstGeom>
            <a:gradFill rotWithShape="0">
              <a:gsLst>
                <a:gs pos="0">
                  <a:srgbClr val="FFFFFF"/>
                </a:gs>
                <a:gs pos="100000">
                  <a:srgbClr val="80D1FC"/>
                </a:gs>
              </a:gsLst>
              <a:lin ang="5400000"/>
            </a:gra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36360" bIns="3636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0" name="Google Shape;83;p11"/>
            <p:cNvSpPr/>
            <p:nvPr/>
          </p:nvSpPr>
          <p:spPr>
            <a:xfrm>
              <a:off x="714960" y="1144440"/>
              <a:ext cx="103320" cy="103320"/>
            </a:xfrm>
            <a:prstGeom prst="ellipse">
              <a:avLst/>
            </a:prstGeom>
            <a:gradFill rotWithShape="0">
              <a:gsLst>
                <a:gs pos="0">
                  <a:srgbClr val="FFFFFF"/>
                </a:gs>
                <a:gs pos="100000">
                  <a:srgbClr val="80D1FC"/>
                </a:gs>
              </a:gsLst>
              <a:lin ang="5400000"/>
            </a:gra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36360" bIns="3636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</p:grpSp>
      <p:sp>
        <p:nvSpPr>
          <p:cNvPr id="11" name="Google Shape;84;p11"/>
          <p:cNvSpPr/>
          <p:nvPr/>
        </p:nvSpPr>
        <p:spPr>
          <a:xfrm>
            <a:off x="7710480" y="538200"/>
            <a:ext cx="720720" cy="720720"/>
          </a:xfrm>
          <a:prstGeom prst="star8">
            <a:avLst>
              <a:gd name="adj" fmla="val 12365"/>
            </a:avLst>
          </a:prstGeom>
          <a:gradFill rotWithShape="0">
            <a:gsLst>
              <a:gs pos="0">
                <a:srgbClr val="FFFFFF"/>
              </a:gs>
              <a:gs pos="100000">
                <a:srgbClr val="80D1FC"/>
              </a:gs>
            </a:gsLst>
            <a:lin ang="5400000"/>
          </a:gra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82440" bIns="824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_1">
    <p:bg>
      <p:bgPr>
        <a:gradFill rotWithShape="0">
          <a:gsLst>
            <a:gs pos="0">
              <a:srgbClr val="FFFFFF"/>
            </a:gs>
            <a:gs pos="100000">
              <a:srgbClr val="CEEEFF"/>
            </a:gs>
          </a:gsLst>
          <a:lin ang="54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1690200" y="1390680"/>
            <a:ext cx="2747520" cy="79236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>
              <a:buNone/>
            </a:pPr>
            <a:r>
              <a:rPr lang="fr-FR" sz="1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sp>
        <p:nvSpPr>
          <p:cNvPr id="13" name="PlaceHolder 2"/>
          <p:cNvSpPr>
            <a:spLocks noGrp="1"/>
          </p:cNvSpPr>
          <p:nvPr>
            <p:ph type="title"/>
          </p:nvPr>
        </p:nvSpPr>
        <p:spPr>
          <a:xfrm>
            <a:off x="726120" y="1528920"/>
            <a:ext cx="896760" cy="5184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noAutofit/>
          </a:bodyPr>
          <a:lstStyle/>
          <a:p>
            <a:pPr indent="0" algn="ctr">
              <a:lnSpc>
                <a:spcPct val="100000"/>
              </a:lnSpc>
              <a:buNone/>
            </a:pPr>
            <a:r>
              <a:rPr lang="fr-FR" sz="2400" b="1" u="none" strike="noStrike">
                <a:solidFill>
                  <a:schemeClr val="dk1"/>
                </a:solidFill>
                <a:effectLst/>
                <a:uFillTx/>
                <a:latin typeface="Space Grotesk"/>
                <a:ea typeface="Space Grotesk"/>
              </a:rPr>
              <a:t>xx%</a:t>
            </a:r>
            <a:endParaRPr lang="fr-FR" sz="24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14" name="PlaceHolder 3"/>
          <p:cNvSpPr>
            <a:spLocks noGrp="1"/>
          </p:cNvSpPr>
          <p:nvPr>
            <p:ph type="title"/>
          </p:nvPr>
        </p:nvSpPr>
        <p:spPr>
          <a:xfrm>
            <a:off x="5681160" y="1390680"/>
            <a:ext cx="2747520" cy="79236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>
              <a:buNone/>
            </a:pPr>
            <a:r>
              <a:rPr lang="fr-FR" sz="1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sp>
        <p:nvSpPr>
          <p:cNvPr id="15" name="PlaceHolder 4"/>
          <p:cNvSpPr>
            <a:spLocks noGrp="1"/>
          </p:cNvSpPr>
          <p:nvPr>
            <p:ph type="title"/>
          </p:nvPr>
        </p:nvSpPr>
        <p:spPr>
          <a:xfrm>
            <a:off x="1690200" y="3028680"/>
            <a:ext cx="2747520" cy="79236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noAutofit/>
          </a:bodyPr>
          <a:lstStyle/>
          <a:p>
            <a:pPr indent="0">
              <a:buNone/>
            </a:pPr>
            <a:r>
              <a:rPr lang="fr-FR" sz="1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sp>
        <p:nvSpPr>
          <p:cNvPr id="16" name="PlaceHolder 5"/>
          <p:cNvSpPr>
            <a:spLocks noGrp="1"/>
          </p:cNvSpPr>
          <p:nvPr>
            <p:ph type="title"/>
          </p:nvPr>
        </p:nvSpPr>
        <p:spPr>
          <a:xfrm>
            <a:off x="747000" y="3165480"/>
            <a:ext cx="896760" cy="5184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noAutofit/>
          </a:bodyPr>
          <a:lstStyle/>
          <a:p>
            <a:pPr indent="0" algn="ctr">
              <a:lnSpc>
                <a:spcPct val="100000"/>
              </a:lnSpc>
              <a:buNone/>
            </a:pPr>
            <a:r>
              <a:rPr lang="fr-FR" sz="2400" b="1" u="none" strike="noStrike">
                <a:solidFill>
                  <a:schemeClr val="dk1"/>
                </a:solidFill>
                <a:effectLst/>
                <a:uFillTx/>
                <a:latin typeface="Space Grotesk"/>
                <a:ea typeface="Space Grotesk"/>
              </a:rPr>
              <a:t>xx%</a:t>
            </a:r>
            <a:endParaRPr lang="fr-FR" sz="24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17" name="PlaceHolder 6"/>
          <p:cNvSpPr>
            <a:spLocks noGrp="1"/>
          </p:cNvSpPr>
          <p:nvPr>
            <p:ph type="title"/>
          </p:nvPr>
        </p:nvSpPr>
        <p:spPr>
          <a:xfrm>
            <a:off x="5681160" y="3028680"/>
            <a:ext cx="2747520" cy="79236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noAutofit/>
          </a:bodyPr>
          <a:lstStyle/>
          <a:p>
            <a:pPr indent="0">
              <a:buNone/>
            </a:pPr>
            <a:r>
              <a:rPr lang="fr-FR" sz="1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sp>
        <p:nvSpPr>
          <p:cNvPr id="18" name="PlaceHolder 7"/>
          <p:cNvSpPr>
            <a:spLocks noGrp="1"/>
          </p:cNvSpPr>
          <p:nvPr>
            <p:ph type="title"/>
          </p:nvPr>
        </p:nvSpPr>
        <p:spPr>
          <a:xfrm>
            <a:off x="1063440" y="534960"/>
            <a:ext cx="7364880" cy="5724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Autofit/>
          </a:bodyPr>
          <a:lstStyle/>
          <a:p>
            <a:pPr indent="0">
              <a:buNone/>
            </a:pPr>
            <a:r>
              <a:rPr lang="fr-FR" sz="2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cxnSp>
        <p:nvCxnSpPr>
          <p:cNvPr id="19" name="Google Shape;98;p13"/>
          <p:cNvCxnSpPr/>
          <p:nvPr/>
        </p:nvCxnSpPr>
        <p:spPr>
          <a:xfrm flipV="1">
            <a:off x="707040" y="4605120"/>
            <a:ext cx="7724880" cy="6840"/>
          </a:xfrm>
          <a:prstGeom prst="straightConnector1">
            <a:avLst/>
          </a:prstGeom>
          <a:ln w="19050">
            <a:solidFill>
              <a:srgbClr val="191919"/>
            </a:solidFill>
            <a:round/>
          </a:ln>
        </p:spPr>
      </p:cxnSp>
      <p:sp>
        <p:nvSpPr>
          <p:cNvPr id="20" name="Google Shape;99;p13"/>
          <p:cNvSpPr/>
          <p:nvPr/>
        </p:nvSpPr>
        <p:spPr>
          <a:xfrm>
            <a:off x="714960" y="660600"/>
            <a:ext cx="348120" cy="263520"/>
          </a:xfrm>
          <a:custGeom>
            <a:avLst/>
            <a:gdLst>
              <a:gd name="textAreaLeft" fmla="*/ 0 w 348120"/>
              <a:gd name="textAreaRight" fmla="*/ 348480 w 348120"/>
              <a:gd name="textAreaTop" fmla="*/ 0 h 263520"/>
              <a:gd name="textAreaBottom" fmla="*/ 263880 h 263520"/>
            </a:gdLst>
            <a:ahLst/>
            <a:cxnLst/>
            <a:rect l="textAreaLeft" t="textAreaTop" r="textAreaRight" b="textAreaBottom"/>
            <a:pathLst>
              <a:path w="2439" h="1848">
                <a:moveTo>
                  <a:pt x="1580" y="1"/>
                </a:moveTo>
                <a:lnTo>
                  <a:pt x="1371" y="203"/>
                </a:lnTo>
                <a:lnTo>
                  <a:pt x="1919" y="780"/>
                </a:lnTo>
                <a:lnTo>
                  <a:pt x="1" y="780"/>
                </a:lnTo>
                <a:lnTo>
                  <a:pt x="1" y="1068"/>
                </a:lnTo>
                <a:lnTo>
                  <a:pt x="1919" y="1068"/>
                </a:lnTo>
                <a:lnTo>
                  <a:pt x="1371" y="1645"/>
                </a:lnTo>
                <a:lnTo>
                  <a:pt x="1580" y="1847"/>
                </a:lnTo>
                <a:lnTo>
                  <a:pt x="2439" y="924"/>
                </a:lnTo>
                <a:lnTo>
                  <a:pt x="1580" y="1"/>
                </a:lnTo>
                <a:close/>
              </a:path>
            </a:pathLst>
          </a:custGeom>
          <a:solidFill>
            <a:schemeClr val="dk1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21" name="PlaceHolder 8"/>
          <p:cNvSpPr>
            <a:spLocks noGrp="1"/>
          </p:cNvSpPr>
          <p:nvPr>
            <p:ph type="title"/>
          </p:nvPr>
        </p:nvSpPr>
        <p:spPr>
          <a:xfrm>
            <a:off x="4719600" y="1528920"/>
            <a:ext cx="896760" cy="5184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noAutofit/>
          </a:bodyPr>
          <a:lstStyle/>
          <a:p>
            <a:pPr indent="0" algn="ctr">
              <a:lnSpc>
                <a:spcPct val="100000"/>
              </a:lnSpc>
              <a:buNone/>
            </a:pPr>
            <a:r>
              <a:rPr lang="fr-FR" sz="2400" b="1" u="none" strike="noStrike">
                <a:solidFill>
                  <a:schemeClr val="dk1"/>
                </a:solidFill>
                <a:effectLst/>
                <a:uFillTx/>
                <a:latin typeface="Space Grotesk"/>
                <a:ea typeface="Space Grotesk"/>
              </a:rPr>
              <a:t>xx%</a:t>
            </a:r>
            <a:endParaRPr lang="fr-FR" sz="24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22" name="PlaceHolder 9"/>
          <p:cNvSpPr>
            <a:spLocks noGrp="1"/>
          </p:cNvSpPr>
          <p:nvPr>
            <p:ph type="title"/>
          </p:nvPr>
        </p:nvSpPr>
        <p:spPr>
          <a:xfrm>
            <a:off x="4740480" y="3165480"/>
            <a:ext cx="896760" cy="5184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noAutofit/>
          </a:bodyPr>
          <a:lstStyle/>
          <a:p>
            <a:pPr indent="0" algn="ctr">
              <a:lnSpc>
                <a:spcPct val="100000"/>
              </a:lnSpc>
              <a:buNone/>
            </a:pPr>
            <a:r>
              <a:rPr lang="fr-FR" sz="2400" b="1" u="none" strike="noStrike">
                <a:solidFill>
                  <a:schemeClr val="dk1"/>
                </a:solidFill>
                <a:effectLst/>
                <a:uFillTx/>
                <a:latin typeface="Space Grotesk"/>
                <a:ea typeface="Space Grotesk"/>
              </a:rPr>
              <a:t>xx%</a:t>
            </a:r>
            <a:endParaRPr lang="fr-FR" sz="24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USTOM_2">
    <p:bg>
      <p:bgPr>
        <a:gradFill rotWithShape="0">
          <a:gsLst>
            <a:gs pos="0">
              <a:srgbClr val="FFFFFF"/>
            </a:gs>
            <a:gs pos="100000">
              <a:srgbClr val="CEEEFF"/>
            </a:gs>
          </a:gsLst>
          <a:lin ang="54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laceHolder 1"/>
          <p:cNvSpPr>
            <a:spLocks noGrp="1"/>
          </p:cNvSpPr>
          <p:nvPr>
            <p:ph type="title"/>
          </p:nvPr>
        </p:nvSpPr>
        <p:spPr>
          <a:xfrm>
            <a:off x="1063440" y="534960"/>
            <a:ext cx="7364880" cy="5724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Autofit/>
          </a:bodyPr>
          <a:lstStyle/>
          <a:p>
            <a:pPr indent="0">
              <a:buNone/>
            </a:pPr>
            <a:r>
              <a:rPr lang="fr-FR" sz="2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grpSp>
        <p:nvGrpSpPr>
          <p:cNvPr id="24" name="Google Shape;104;p14"/>
          <p:cNvGrpSpPr/>
          <p:nvPr/>
        </p:nvGrpSpPr>
        <p:grpSpPr>
          <a:xfrm>
            <a:off x="8325000" y="534960"/>
            <a:ext cx="103320" cy="615240"/>
            <a:chOff x="8325000" y="534960"/>
            <a:chExt cx="103320" cy="615240"/>
          </a:xfrm>
        </p:grpSpPr>
        <p:sp>
          <p:nvSpPr>
            <p:cNvPr id="25" name="Google Shape;105;p14"/>
            <p:cNvSpPr/>
            <p:nvPr/>
          </p:nvSpPr>
          <p:spPr>
            <a:xfrm>
              <a:off x="8325000" y="534960"/>
              <a:ext cx="103320" cy="103320"/>
            </a:xfrm>
            <a:prstGeom prst="ellipse">
              <a:avLst/>
            </a:prstGeom>
            <a:gradFill rotWithShape="0">
              <a:gsLst>
                <a:gs pos="0">
                  <a:srgbClr val="FFFFFF"/>
                </a:gs>
                <a:gs pos="100000">
                  <a:srgbClr val="80D1FC"/>
                </a:gs>
              </a:gsLst>
              <a:lin ang="5400000"/>
            </a:gra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36360" bIns="3636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6" name="Google Shape;106;p14"/>
            <p:cNvSpPr/>
            <p:nvPr/>
          </p:nvSpPr>
          <p:spPr>
            <a:xfrm>
              <a:off x="8325000" y="790920"/>
              <a:ext cx="103320" cy="103320"/>
            </a:xfrm>
            <a:prstGeom prst="ellipse">
              <a:avLst/>
            </a:prstGeom>
            <a:gradFill rotWithShape="0">
              <a:gsLst>
                <a:gs pos="0">
                  <a:srgbClr val="FFFFFF"/>
                </a:gs>
                <a:gs pos="100000">
                  <a:srgbClr val="80D1FC"/>
                </a:gs>
              </a:gsLst>
              <a:lin ang="5400000"/>
            </a:gra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36360" bIns="3636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7" name="Google Shape;107;p14"/>
            <p:cNvSpPr/>
            <p:nvPr/>
          </p:nvSpPr>
          <p:spPr>
            <a:xfrm>
              <a:off x="8325000" y="1046880"/>
              <a:ext cx="103320" cy="103320"/>
            </a:xfrm>
            <a:prstGeom prst="ellipse">
              <a:avLst/>
            </a:prstGeom>
            <a:gradFill rotWithShape="0">
              <a:gsLst>
                <a:gs pos="0">
                  <a:srgbClr val="FFFFFF"/>
                </a:gs>
                <a:gs pos="100000">
                  <a:srgbClr val="80D1FC"/>
                </a:gs>
              </a:gsLst>
              <a:lin ang="5400000"/>
            </a:gra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36360" bIns="3636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</p:grpSp>
      <p:sp>
        <p:nvSpPr>
          <p:cNvPr id="28" name="Google Shape;108;p14"/>
          <p:cNvSpPr/>
          <p:nvPr/>
        </p:nvSpPr>
        <p:spPr>
          <a:xfrm>
            <a:off x="714960" y="660600"/>
            <a:ext cx="348120" cy="263520"/>
          </a:xfrm>
          <a:custGeom>
            <a:avLst/>
            <a:gdLst>
              <a:gd name="textAreaLeft" fmla="*/ 0 w 348120"/>
              <a:gd name="textAreaRight" fmla="*/ 348480 w 348120"/>
              <a:gd name="textAreaTop" fmla="*/ 0 h 263520"/>
              <a:gd name="textAreaBottom" fmla="*/ 263880 h 263520"/>
            </a:gdLst>
            <a:ahLst/>
            <a:cxnLst/>
            <a:rect l="textAreaLeft" t="textAreaTop" r="textAreaRight" b="textAreaBottom"/>
            <a:pathLst>
              <a:path w="2439" h="1848">
                <a:moveTo>
                  <a:pt x="1580" y="1"/>
                </a:moveTo>
                <a:lnTo>
                  <a:pt x="1371" y="203"/>
                </a:lnTo>
                <a:lnTo>
                  <a:pt x="1919" y="780"/>
                </a:lnTo>
                <a:lnTo>
                  <a:pt x="1" y="780"/>
                </a:lnTo>
                <a:lnTo>
                  <a:pt x="1" y="1068"/>
                </a:lnTo>
                <a:lnTo>
                  <a:pt x="1919" y="1068"/>
                </a:lnTo>
                <a:lnTo>
                  <a:pt x="1371" y="1645"/>
                </a:lnTo>
                <a:lnTo>
                  <a:pt x="1580" y="1847"/>
                </a:lnTo>
                <a:lnTo>
                  <a:pt x="2439" y="924"/>
                </a:lnTo>
                <a:lnTo>
                  <a:pt x="1580" y="1"/>
                </a:lnTo>
                <a:close/>
              </a:path>
            </a:pathLst>
          </a:custGeom>
          <a:solidFill>
            <a:schemeClr val="dk1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USTOM_2_1">
    <p:bg>
      <p:bgPr>
        <a:gradFill rotWithShape="0">
          <a:gsLst>
            <a:gs pos="0">
              <a:srgbClr val="FFFFFF"/>
            </a:gs>
            <a:gs pos="100000">
              <a:srgbClr val="CEEEFF"/>
            </a:gs>
          </a:gsLst>
          <a:lin ang="54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PlaceHolder 1"/>
          <p:cNvSpPr>
            <a:spLocks noGrp="1"/>
          </p:cNvSpPr>
          <p:nvPr>
            <p:ph type="title"/>
          </p:nvPr>
        </p:nvSpPr>
        <p:spPr>
          <a:xfrm>
            <a:off x="1063440" y="534960"/>
            <a:ext cx="7364880" cy="5724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Autofit/>
          </a:bodyPr>
          <a:lstStyle/>
          <a:p>
            <a:pPr indent="0">
              <a:buNone/>
            </a:pPr>
            <a:r>
              <a:rPr lang="fr-FR" sz="2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sp>
        <p:nvSpPr>
          <p:cNvPr id="30" name="Google Shape;111;p15"/>
          <p:cNvSpPr/>
          <p:nvPr/>
        </p:nvSpPr>
        <p:spPr>
          <a:xfrm>
            <a:off x="714960" y="660600"/>
            <a:ext cx="348120" cy="263520"/>
          </a:xfrm>
          <a:custGeom>
            <a:avLst/>
            <a:gdLst>
              <a:gd name="textAreaLeft" fmla="*/ 0 w 348120"/>
              <a:gd name="textAreaRight" fmla="*/ 348480 w 348120"/>
              <a:gd name="textAreaTop" fmla="*/ 0 h 263520"/>
              <a:gd name="textAreaBottom" fmla="*/ 263880 h 263520"/>
            </a:gdLst>
            <a:ahLst/>
            <a:cxnLst/>
            <a:rect l="textAreaLeft" t="textAreaTop" r="textAreaRight" b="textAreaBottom"/>
            <a:pathLst>
              <a:path w="2439" h="1848">
                <a:moveTo>
                  <a:pt x="1580" y="1"/>
                </a:moveTo>
                <a:lnTo>
                  <a:pt x="1371" y="203"/>
                </a:lnTo>
                <a:lnTo>
                  <a:pt x="1919" y="780"/>
                </a:lnTo>
                <a:lnTo>
                  <a:pt x="1" y="780"/>
                </a:lnTo>
                <a:lnTo>
                  <a:pt x="1" y="1068"/>
                </a:lnTo>
                <a:lnTo>
                  <a:pt x="1919" y="1068"/>
                </a:lnTo>
                <a:lnTo>
                  <a:pt x="1371" y="1645"/>
                </a:lnTo>
                <a:lnTo>
                  <a:pt x="1580" y="1847"/>
                </a:lnTo>
                <a:lnTo>
                  <a:pt x="2439" y="924"/>
                </a:lnTo>
                <a:lnTo>
                  <a:pt x="1580" y="1"/>
                </a:lnTo>
                <a:close/>
              </a:path>
            </a:pathLst>
          </a:custGeom>
          <a:solidFill>
            <a:schemeClr val="dk1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USTOM_2_1_1">
    <p:bg>
      <p:bgPr>
        <a:gradFill rotWithShape="0">
          <a:gsLst>
            <a:gs pos="0">
              <a:srgbClr val="FFFFFF"/>
            </a:gs>
            <a:gs pos="100000">
              <a:srgbClr val="CEEEFF"/>
            </a:gs>
          </a:gsLst>
          <a:lin ang="54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PlaceHolder 1"/>
          <p:cNvSpPr>
            <a:spLocks noGrp="1"/>
          </p:cNvSpPr>
          <p:nvPr>
            <p:ph type="title"/>
          </p:nvPr>
        </p:nvSpPr>
        <p:spPr>
          <a:xfrm>
            <a:off x="1063440" y="534960"/>
            <a:ext cx="7364880" cy="5724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Autofit/>
          </a:bodyPr>
          <a:lstStyle/>
          <a:p>
            <a:pPr indent="0">
              <a:buNone/>
            </a:pPr>
            <a:r>
              <a:rPr lang="fr-FR" sz="2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sp>
        <p:nvSpPr>
          <p:cNvPr id="32" name="Google Shape;114;p16"/>
          <p:cNvSpPr/>
          <p:nvPr/>
        </p:nvSpPr>
        <p:spPr>
          <a:xfrm>
            <a:off x="714960" y="660600"/>
            <a:ext cx="348120" cy="263520"/>
          </a:xfrm>
          <a:custGeom>
            <a:avLst/>
            <a:gdLst>
              <a:gd name="textAreaLeft" fmla="*/ 0 w 348120"/>
              <a:gd name="textAreaRight" fmla="*/ 348480 w 348120"/>
              <a:gd name="textAreaTop" fmla="*/ 0 h 263520"/>
              <a:gd name="textAreaBottom" fmla="*/ 263880 h 263520"/>
            </a:gdLst>
            <a:ahLst/>
            <a:cxnLst/>
            <a:rect l="textAreaLeft" t="textAreaTop" r="textAreaRight" b="textAreaBottom"/>
            <a:pathLst>
              <a:path w="2439" h="1848">
                <a:moveTo>
                  <a:pt x="1580" y="1"/>
                </a:moveTo>
                <a:lnTo>
                  <a:pt x="1371" y="203"/>
                </a:lnTo>
                <a:lnTo>
                  <a:pt x="1919" y="780"/>
                </a:lnTo>
                <a:lnTo>
                  <a:pt x="1" y="780"/>
                </a:lnTo>
                <a:lnTo>
                  <a:pt x="1" y="1068"/>
                </a:lnTo>
                <a:lnTo>
                  <a:pt x="1919" y="1068"/>
                </a:lnTo>
                <a:lnTo>
                  <a:pt x="1371" y="1645"/>
                </a:lnTo>
                <a:lnTo>
                  <a:pt x="1580" y="1847"/>
                </a:lnTo>
                <a:lnTo>
                  <a:pt x="2439" y="924"/>
                </a:lnTo>
                <a:lnTo>
                  <a:pt x="1580" y="1"/>
                </a:lnTo>
                <a:close/>
              </a:path>
            </a:pathLst>
          </a:custGeom>
          <a:solidFill>
            <a:schemeClr val="dk1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33" name="Google Shape;115;p16"/>
          <p:cNvSpPr/>
          <p:nvPr/>
        </p:nvSpPr>
        <p:spPr>
          <a:xfrm>
            <a:off x="7935480" y="534960"/>
            <a:ext cx="493560" cy="493560"/>
          </a:xfrm>
          <a:prstGeom prst="star8">
            <a:avLst>
              <a:gd name="adj" fmla="val 12365"/>
            </a:avLst>
          </a:prstGeom>
          <a:gradFill rotWithShape="0">
            <a:gsLst>
              <a:gs pos="0">
                <a:srgbClr val="FFFFFF"/>
              </a:gs>
              <a:gs pos="100000">
                <a:srgbClr val="80D1FC"/>
              </a:gs>
            </a:gsLst>
            <a:lin ang="5400000"/>
          </a:gra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56160" bIns="5616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34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USTOM_2_1_1_1">
    <p:bg>
      <p:bgPr>
        <a:gradFill rotWithShape="0">
          <a:gsLst>
            <a:gs pos="0">
              <a:srgbClr val="FFFFFF"/>
            </a:gs>
            <a:gs pos="100000">
              <a:srgbClr val="CEEEFF"/>
            </a:gs>
          </a:gsLst>
          <a:lin ang="54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117;p17"/>
          <p:cNvSpPr/>
          <p:nvPr/>
        </p:nvSpPr>
        <p:spPr>
          <a:xfrm>
            <a:off x="714960" y="660600"/>
            <a:ext cx="348120" cy="263520"/>
          </a:xfrm>
          <a:custGeom>
            <a:avLst/>
            <a:gdLst>
              <a:gd name="textAreaLeft" fmla="*/ 0 w 348120"/>
              <a:gd name="textAreaRight" fmla="*/ 348480 w 348120"/>
              <a:gd name="textAreaTop" fmla="*/ 0 h 263520"/>
              <a:gd name="textAreaBottom" fmla="*/ 263880 h 263520"/>
            </a:gdLst>
            <a:ahLst/>
            <a:cxnLst/>
            <a:rect l="textAreaLeft" t="textAreaTop" r="textAreaRight" b="textAreaBottom"/>
            <a:pathLst>
              <a:path w="2439" h="1848">
                <a:moveTo>
                  <a:pt x="1580" y="1"/>
                </a:moveTo>
                <a:lnTo>
                  <a:pt x="1371" y="203"/>
                </a:lnTo>
                <a:lnTo>
                  <a:pt x="1919" y="780"/>
                </a:lnTo>
                <a:lnTo>
                  <a:pt x="1" y="780"/>
                </a:lnTo>
                <a:lnTo>
                  <a:pt x="1" y="1068"/>
                </a:lnTo>
                <a:lnTo>
                  <a:pt x="1919" y="1068"/>
                </a:lnTo>
                <a:lnTo>
                  <a:pt x="1371" y="1645"/>
                </a:lnTo>
                <a:lnTo>
                  <a:pt x="1580" y="1847"/>
                </a:lnTo>
                <a:lnTo>
                  <a:pt x="2439" y="924"/>
                </a:lnTo>
                <a:lnTo>
                  <a:pt x="1580" y="1"/>
                </a:lnTo>
                <a:close/>
              </a:path>
            </a:pathLst>
          </a:custGeom>
          <a:solidFill>
            <a:schemeClr val="dk1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36" name="PlaceHolder 1"/>
          <p:cNvSpPr>
            <a:spLocks noGrp="1"/>
          </p:cNvSpPr>
          <p:nvPr>
            <p:ph type="title"/>
          </p:nvPr>
        </p:nvSpPr>
        <p:spPr>
          <a:xfrm>
            <a:off x="1063440" y="534960"/>
            <a:ext cx="7364880" cy="5724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Autofit/>
          </a:bodyPr>
          <a:lstStyle/>
          <a:p>
            <a:pPr indent="0">
              <a:buNone/>
            </a:pPr>
            <a:r>
              <a:rPr lang="fr-FR" sz="2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USTOM_6">
    <p:bg>
      <p:bgPr>
        <a:gradFill rotWithShape="0">
          <a:gsLst>
            <a:gs pos="0">
              <a:srgbClr val="FFFFFF"/>
            </a:gs>
            <a:gs pos="100000">
              <a:srgbClr val="CEEEFF"/>
            </a:gs>
          </a:gsLst>
          <a:lin ang="54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PlaceHolder 1"/>
          <p:cNvSpPr>
            <a:spLocks noGrp="1"/>
          </p:cNvSpPr>
          <p:nvPr>
            <p:ph type="title"/>
          </p:nvPr>
        </p:nvSpPr>
        <p:spPr>
          <a:xfrm>
            <a:off x="1063440" y="534960"/>
            <a:ext cx="7364880" cy="5724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Autofit/>
          </a:bodyPr>
          <a:lstStyle/>
          <a:p>
            <a:pPr indent="0">
              <a:buNone/>
            </a:pPr>
            <a:r>
              <a:rPr lang="fr-FR" sz="2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sp>
        <p:nvSpPr>
          <p:cNvPr id="38" name="Google Shape;121;p18"/>
          <p:cNvSpPr/>
          <p:nvPr/>
        </p:nvSpPr>
        <p:spPr>
          <a:xfrm>
            <a:off x="714960" y="660600"/>
            <a:ext cx="348120" cy="263520"/>
          </a:xfrm>
          <a:custGeom>
            <a:avLst/>
            <a:gdLst>
              <a:gd name="textAreaLeft" fmla="*/ 0 w 348120"/>
              <a:gd name="textAreaRight" fmla="*/ 348480 w 348120"/>
              <a:gd name="textAreaTop" fmla="*/ 0 h 263520"/>
              <a:gd name="textAreaBottom" fmla="*/ 263880 h 263520"/>
            </a:gdLst>
            <a:ahLst/>
            <a:cxnLst/>
            <a:rect l="textAreaLeft" t="textAreaTop" r="textAreaRight" b="textAreaBottom"/>
            <a:pathLst>
              <a:path w="2439" h="1848">
                <a:moveTo>
                  <a:pt x="1580" y="1"/>
                </a:moveTo>
                <a:lnTo>
                  <a:pt x="1371" y="203"/>
                </a:lnTo>
                <a:lnTo>
                  <a:pt x="1919" y="780"/>
                </a:lnTo>
                <a:lnTo>
                  <a:pt x="1" y="780"/>
                </a:lnTo>
                <a:lnTo>
                  <a:pt x="1" y="1068"/>
                </a:lnTo>
                <a:lnTo>
                  <a:pt x="1919" y="1068"/>
                </a:lnTo>
                <a:lnTo>
                  <a:pt x="1371" y="1645"/>
                </a:lnTo>
                <a:lnTo>
                  <a:pt x="1580" y="1847"/>
                </a:lnTo>
                <a:lnTo>
                  <a:pt x="2439" y="924"/>
                </a:lnTo>
                <a:lnTo>
                  <a:pt x="1580" y="1"/>
                </a:lnTo>
                <a:close/>
              </a:path>
            </a:pathLst>
          </a:custGeom>
          <a:solidFill>
            <a:schemeClr val="dk1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39" name="Google Shape;122;p18"/>
          <p:cNvSpPr/>
          <p:nvPr/>
        </p:nvSpPr>
        <p:spPr>
          <a:xfrm>
            <a:off x="8429040" y="402840"/>
            <a:ext cx="263520" cy="263520"/>
          </a:xfrm>
          <a:prstGeom prst="star8">
            <a:avLst>
              <a:gd name="adj" fmla="val 12365"/>
            </a:avLst>
          </a:prstGeom>
          <a:gradFill rotWithShape="0">
            <a:gsLst>
              <a:gs pos="0">
                <a:srgbClr val="FFFFFF"/>
              </a:gs>
              <a:gs pos="100000">
                <a:srgbClr val="80D1FC"/>
              </a:gs>
            </a:gsLst>
            <a:lin ang="5400000"/>
          </a:gra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30240" bIns="302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40" name="Google Shape;123;p18"/>
          <p:cNvSpPr/>
          <p:nvPr/>
        </p:nvSpPr>
        <p:spPr>
          <a:xfrm>
            <a:off x="7935120" y="545760"/>
            <a:ext cx="493560" cy="493560"/>
          </a:xfrm>
          <a:prstGeom prst="star8">
            <a:avLst>
              <a:gd name="adj" fmla="val 12365"/>
            </a:avLst>
          </a:prstGeom>
          <a:gradFill rotWithShape="0">
            <a:gsLst>
              <a:gs pos="0">
                <a:srgbClr val="FFFFFF"/>
              </a:gs>
              <a:gs pos="100000">
                <a:srgbClr val="80D1FC"/>
              </a:gs>
            </a:gsLst>
            <a:lin ang="5400000"/>
          </a:gra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56160" bIns="5616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USTOM_4_1">
    <p:bg>
      <p:bgPr>
        <a:gradFill rotWithShape="0">
          <a:gsLst>
            <a:gs pos="0">
              <a:srgbClr val="FFFFFF"/>
            </a:gs>
            <a:gs pos="100000">
              <a:srgbClr val="CEEEFF"/>
            </a:gs>
          </a:gsLst>
          <a:lin ang="54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1" name="Google Shape;126;p19"/>
          <p:cNvCxnSpPr/>
          <p:nvPr/>
        </p:nvCxnSpPr>
        <p:spPr>
          <a:xfrm flipV="1">
            <a:off x="707040" y="531360"/>
            <a:ext cx="7724880" cy="7200"/>
          </a:xfrm>
          <a:prstGeom prst="straightConnector1">
            <a:avLst/>
          </a:prstGeom>
          <a:ln w="19050">
            <a:solidFill>
              <a:srgbClr val="191919"/>
            </a:solidFill>
            <a:round/>
          </a:ln>
        </p:spPr>
      </p:cxnSp>
      <p:grpSp>
        <p:nvGrpSpPr>
          <p:cNvPr id="42" name="Google Shape;127;p19"/>
          <p:cNvGrpSpPr/>
          <p:nvPr/>
        </p:nvGrpSpPr>
        <p:grpSpPr>
          <a:xfrm>
            <a:off x="8325000" y="736920"/>
            <a:ext cx="103320" cy="615240"/>
            <a:chOff x="8325000" y="736920"/>
            <a:chExt cx="103320" cy="615240"/>
          </a:xfrm>
        </p:grpSpPr>
        <p:sp>
          <p:nvSpPr>
            <p:cNvPr id="43" name="Google Shape;128;p19"/>
            <p:cNvSpPr/>
            <p:nvPr/>
          </p:nvSpPr>
          <p:spPr>
            <a:xfrm>
              <a:off x="8325000" y="736920"/>
              <a:ext cx="103320" cy="103320"/>
            </a:xfrm>
            <a:prstGeom prst="ellipse">
              <a:avLst/>
            </a:prstGeom>
            <a:gradFill rotWithShape="0">
              <a:gsLst>
                <a:gs pos="0">
                  <a:srgbClr val="FFFFFF"/>
                </a:gs>
                <a:gs pos="100000">
                  <a:srgbClr val="80D1FC"/>
                </a:gs>
              </a:gsLst>
              <a:lin ang="5400000"/>
            </a:gra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36360" bIns="3636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44" name="Google Shape;129;p19"/>
            <p:cNvSpPr/>
            <p:nvPr/>
          </p:nvSpPr>
          <p:spPr>
            <a:xfrm>
              <a:off x="8325000" y="992880"/>
              <a:ext cx="103320" cy="103320"/>
            </a:xfrm>
            <a:prstGeom prst="ellipse">
              <a:avLst/>
            </a:prstGeom>
            <a:gradFill rotWithShape="0">
              <a:gsLst>
                <a:gs pos="0">
                  <a:srgbClr val="FFFFFF"/>
                </a:gs>
                <a:gs pos="100000">
                  <a:srgbClr val="80D1FC"/>
                </a:gs>
              </a:gsLst>
              <a:lin ang="5400000"/>
            </a:gra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36360" bIns="3636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45" name="Google Shape;130;p19"/>
            <p:cNvSpPr/>
            <p:nvPr/>
          </p:nvSpPr>
          <p:spPr>
            <a:xfrm>
              <a:off x="8325000" y="1248840"/>
              <a:ext cx="103320" cy="103320"/>
            </a:xfrm>
            <a:prstGeom prst="ellipse">
              <a:avLst/>
            </a:prstGeom>
            <a:gradFill rotWithShape="0">
              <a:gsLst>
                <a:gs pos="0">
                  <a:srgbClr val="FFFFFF"/>
                </a:gs>
                <a:gs pos="100000">
                  <a:srgbClr val="80D1FC"/>
                </a:gs>
              </a:gsLst>
              <a:lin ang="5400000"/>
            </a:gra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36360" bIns="3636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</p:grpSp>
      <p:sp>
        <p:nvSpPr>
          <p:cNvPr id="46" name="PlaceHolder 1"/>
          <p:cNvSpPr>
            <a:spLocks noGrp="1"/>
          </p:cNvSpPr>
          <p:nvPr>
            <p:ph type="title"/>
          </p:nvPr>
        </p:nvSpPr>
        <p:spPr>
          <a:xfrm>
            <a:off x="1063440" y="534960"/>
            <a:ext cx="7367760" cy="5724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Autofit/>
          </a:bodyPr>
          <a:lstStyle/>
          <a:p>
            <a:pPr indent="0">
              <a:buNone/>
            </a:pPr>
            <a:r>
              <a:rPr lang="fr-FR" sz="2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USTOM_4_1_1">
    <p:bg>
      <p:bgPr>
        <a:gradFill rotWithShape="0">
          <a:gsLst>
            <a:gs pos="0">
              <a:srgbClr val="FFFFFF"/>
            </a:gs>
            <a:gs pos="100000">
              <a:srgbClr val="CEEEFF"/>
            </a:gs>
          </a:gsLst>
          <a:lin ang="54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PlaceHolder 1"/>
          <p:cNvSpPr>
            <a:spLocks noGrp="1"/>
          </p:cNvSpPr>
          <p:nvPr>
            <p:ph type="title"/>
          </p:nvPr>
        </p:nvSpPr>
        <p:spPr>
          <a:xfrm>
            <a:off x="1462680" y="534960"/>
            <a:ext cx="6217920" cy="14083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>
              <a:buNone/>
            </a:pPr>
            <a:r>
              <a:rPr lang="fr-FR" sz="40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sp>
        <p:nvSpPr>
          <p:cNvPr id="48" name="PlaceHolder 2"/>
          <p:cNvSpPr>
            <a:spLocks noGrp="1"/>
          </p:cNvSpPr>
          <p:nvPr>
            <p:ph type="body"/>
          </p:nvPr>
        </p:nvSpPr>
        <p:spPr>
          <a:xfrm>
            <a:off x="714960" y="2138760"/>
            <a:ext cx="7713720" cy="19501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</a:p>
        </p:txBody>
      </p:sp>
      <p:cxnSp>
        <p:nvCxnSpPr>
          <p:cNvPr id="49" name="Google Shape;135;p20"/>
          <p:cNvCxnSpPr/>
          <p:nvPr/>
        </p:nvCxnSpPr>
        <p:spPr>
          <a:xfrm flipV="1">
            <a:off x="707040" y="4605120"/>
            <a:ext cx="7724880" cy="6840"/>
          </a:xfrm>
          <a:prstGeom prst="straightConnector1">
            <a:avLst/>
          </a:prstGeom>
          <a:ln w="19050">
            <a:solidFill>
              <a:srgbClr val="191919"/>
            </a:solidFill>
            <a:round/>
          </a:ln>
        </p:spPr>
      </p:cxnSp>
      <p:grpSp>
        <p:nvGrpSpPr>
          <p:cNvPr id="50" name="Google Shape;136;p20"/>
          <p:cNvGrpSpPr/>
          <p:nvPr/>
        </p:nvGrpSpPr>
        <p:grpSpPr>
          <a:xfrm>
            <a:off x="714960" y="632160"/>
            <a:ext cx="103320" cy="615600"/>
            <a:chOff x="714960" y="632160"/>
            <a:chExt cx="103320" cy="615600"/>
          </a:xfrm>
        </p:grpSpPr>
        <p:sp>
          <p:nvSpPr>
            <p:cNvPr id="51" name="Google Shape;137;p20"/>
            <p:cNvSpPr/>
            <p:nvPr/>
          </p:nvSpPr>
          <p:spPr>
            <a:xfrm>
              <a:off x="714960" y="632160"/>
              <a:ext cx="103320" cy="103320"/>
            </a:xfrm>
            <a:prstGeom prst="ellipse">
              <a:avLst/>
            </a:prstGeom>
            <a:gradFill rotWithShape="0">
              <a:gsLst>
                <a:gs pos="0">
                  <a:srgbClr val="FFFFFF"/>
                </a:gs>
                <a:gs pos="100000">
                  <a:srgbClr val="80D1FC"/>
                </a:gs>
              </a:gsLst>
              <a:lin ang="5400000"/>
            </a:gra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36360" bIns="3636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52" name="Google Shape;138;p20"/>
            <p:cNvSpPr/>
            <p:nvPr/>
          </p:nvSpPr>
          <p:spPr>
            <a:xfrm>
              <a:off x="714960" y="888120"/>
              <a:ext cx="103320" cy="103320"/>
            </a:xfrm>
            <a:prstGeom prst="ellipse">
              <a:avLst/>
            </a:prstGeom>
            <a:gradFill rotWithShape="0">
              <a:gsLst>
                <a:gs pos="0">
                  <a:srgbClr val="FFFFFF"/>
                </a:gs>
                <a:gs pos="100000">
                  <a:srgbClr val="80D1FC"/>
                </a:gs>
              </a:gsLst>
              <a:lin ang="5400000"/>
            </a:gra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36360" bIns="3636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53" name="Google Shape;139;p20"/>
            <p:cNvSpPr/>
            <p:nvPr/>
          </p:nvSpPr>
          <p:spPr>
            <a:xfrm>
              <a:off x="714960" y="1144440"/>
              <a:ext cx="103320" cy="103320"/>
            </a:xfrm>
            <a:prstGeom prst="ellipse">
              <a:avLst/>
            </a:prstGeom>
            <a:gradFill rotWithShape="0">
              <a:gsLst>
                <a:gs pos="0">
                  <a:srgbClr val="FFFFFF"/>
                </a:gs>
                <a:gs pos="100000">
                  <a:srgbClr val="80D1FC"/>
                </a:gs>
              </a:gsLst>
              <a:lin ang="5400000"/>
            </a:gra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36360" bIns="3636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</p:grpSp>
      <p:sp>
        <p:nvSpPr>
          <p:cNvPr id="54" name="Google Shape;140;p20"/>
          <p:cNvSpPr/>
          <p:nvPr/>
        </p:nvSpPr>
        <p:spPr>
          <a:xfrm>
            <a:off x="7710480" y="538200"/>
            <a:ext cx="720720" cy="720720"/>
          </a:xfrm>
          <a:prstGeom prst="star8">
            <a:avLst>
              <a:gd name="adj" fmla="val 12365"/>
            </a:avLst>
          </a:prstGeom>
          <a:gradFill rotWithShape="0">
            <a:gsLst>
              <a:gs pos="0">
                <a:srgbClr val="FFFFFF"/>
              </a:gs>
              <a:gs pos="100000">
                <a:srgbClr val="80D1FC"/>
              </a:gs>
            </a:gsLst>
            <a:lin ang="5400000"/>
          </a:gra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82440" bIns="824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SECTION_HEADER">
    <p:bg>
      <p:bgPr>
        <a:solidFill>
          <a:schemeClr val="dk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PlaceHolder 1"/>
          <p:cNvSpPr>
            <a:spLocks noGrp="1"/>
          </p:cNvSpPr>
          <p:nvPr>
            <p:ph type="title"/>
          </p:nvPr>
        </p:nvSpPr>
        <p:spPr>
          <a:xfrm>
            <a:off x="715320" y="2396160"/>
            <a:ext cx="7713720" cy="14526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noAutofit/>
          </a:bodyPr>
          <a:lstStyle/>
          <a:p>
            <a:pPr indent="0">
              <a:buNone/>
            </a:pPr>
            <a:r>
              <a:rPr lang="fr-FR" sz="4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sp>
        <p:nvSpPr>
          <p:cNvPr id="56" name="PlaceHolder 2"/>
          <p:cNvSpPr>
            <a:spLocks noGrp="1"/>
          </p:cNvSpPr>
          <p:nvPr>
            <p:ph type="title"/>
          </p:nvPr>
        </p:nvSpPr>
        <p:spPr>
          <a:xfrm>
            <a:off x="2996640" y="1181520"/>
            <a:ext cx="3150720" cy="8413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noAutofit/>
          </a:bodyPr>
          <a:lstStyle/>
          <a:p>
            <a:pPr indent="0" algn="ctr">
              <a:lnSpc>
                <a:spcPct val="100000"/>
              </a:lnSpc>
              <a:buNone/>
            </a:pPr>
            <a:r>
              <a:rPr lang="fr-FR" sz="6000" b="1" u="none" strike="noStrike">
                <a:solidFill>
                  <a:schemeClr val="lt1"/>
                </a:solidFill>
                <a:effectLst/>
                <a:uFillTx/>
                <a:latin typeface="Space Grotesk"/>
                <a:ea typeface="Space Grotesk"/>
              </a:rPr>
              <a:t>xx%</a:t>
            </a:r>
            <a:endParaRPr lang="fr-FR" sz="60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grpSp>
        <p:nvGrpSpPr>
          <p:cNvPr id="57" name="Google Shape;16;p3"/>
          <p:cNvGrpSpPr/>
          <p:nvPr/>
        </p:nvGrpSpPr>
        <p:grpSpPr>
          <a:xfrm>
            <a:off x="8325000" y="760320"/>
            <a:ext cx="103320" cy="615600"/>
            <a:chOff x="8325000" y="760320"/>
            <a:chExt cx="103320" cy="615600"/>
          </a:xfrm>
        </p:grpSpPr>
        <p:sp>
          <p:nvSpPr>
            <p:cNvPr id="58" name="Google Shape;17;p3"/>
            <p:cNvSpPr/>
            <p:nvPr/>
          </p:nvSpPr>
          <p:spPr>
            <a:xfrm>
              <a:off x="8325000" y="760320"/>
              <a:ext cx="103320" cy="103320"/>
            </a:xfrm>
            <a:prstGeom prst="ellipse">
              <a:avLst/>
            </a:prstGeom>
            <a:gradFill rotWithShape="0">
              <a:gsLst>
                <a:gs pos="0">
                  <a:srgbClr val="FFFFFF"/>
                </a:gs>
                <a:gs pos="100000">
                  <a:srgbClr val="80D1FC"/>
                </a:gs>
              </a:gsLst>
              <a:lin ang="5400000"/>
            </a:gra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36360" bIns="3636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59" name="Google Shape;18;p3"/>
            <p:cNvSpPr/>
            <p:nvPr/>
          </p:nvSpPr>
          <p:spPr>
            <a:xfrm>
              <a:off x="8325000" y="1016280"/>
              <a:ext cx="103320" cy="103320"/>
            </a:xfrm>
            <a:prstGeom prst="ellipse">
              <a:avLst/>
            </a:prstGeom>
            <a:gradFill rotWithShape="0">
              <a:gsLst>
                <a:gs pos="0">
                  <a:srgbClr val="FFFFFF"/>
                </a:gs>
                <a:gs pos="100000">
                  <a:srgbClr val="80D1FC"/>
                </a:gs>
              </a:gsLst>
              <a:lin ang="5400000"/>
            </a:gra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36360" bIns="3636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60" name="Google Shape;19;p3"/>
            <p:cNvSpPr/>
            <p:nvPr/>
          </p:nvSpPr>
          <p:spPr>
            <a:xfrm>
              <a:off x="8325000" y="1272600"/>
              <a:ext cx="103320" cy="103320"/>
            </a:xfrm>
            <a:prstGeom prst="ellipse">
              <a:avLst/>
            </a:prstGeom>
            <a:gradFill rotWithShape="0">
              <a:gsLst>
                <a:gs pos="0">
                  <a:srgbClr val="FFFFFF"/>
                </a:gs>
                <a:gs pos="100000">
                  <a:srgbClr val="80D1FC"/>
                </a:gs>
              </a:gsLst>
              <a:lin ang="5400000"/>
            </a:gra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36360" bIns="3636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</p:grpSp>
      <p:sp>
        <p:nvSpPr>
          <p:cNvPr id="61" name="Google Shape;20;p3"/>
          <p:cNvSpPr/>
          <p:nvPr/>
        </p:nvSpPr>
        <p:spPr>
          <a:xfrm>
            <a:off x="714960" y="723600"/>
            <a:ext cx="720720" cy="720720"/>
          </a:xfrm>
          <a:prstGeom prst="star8">
            <a:avLst>
              <a:gd name="adj" fmla="val 12365"/>
            </a:avLst>
          </a:prstGeom>
          <a:gradFill rotWithShape="0">
            <a:gsLst>
              <a:gs pos="0">
                <a:srgbClr val="FFFFFF"/>
              </a:gs>
              <a:gs pos="100000">
                <a:srgbClr val="80D1FC"/>
              </a:gs>
            </a:gsLst>
            <a:lin ang="5400000"/>
          </a:gra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82440" bIns="824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cxnSp>
        <p:nvCxnSpPr>
          <p:cNvPr id="62" name="Google Shape;21;p3"/>
          <p:cNvCxnSpPr/>
          <p:nvPr/>
        </p:nvCxnSpPr>
        <p:spPr>
          <a:xfrm flipV="1">
            <a:off x="707040" y="531360"/>
            <a:ext cx="7724880" cy="7200"/>
          </a:xfrm>
          <a:prstGeom prst="straightConnector1">
            <a:avLst/>
          </a:prstGeom>
          <a:ln w="19050">
            <a:solidFill>
              <a:srgbClr val="CEEEFF"/>
            </a:solidFill>
            <a:round/>
          </a:ln>
        </p:spPr>
      </p:cxn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USTOM_4_1_1_1">
    <p:bg>
      <p:bgPr>
        <a:gradFill rotWithShape="0">
          <a:gsLst>
            <a:gs pos="0">
              <a:srgbClr val="FFFFFF"/>
            </a:gs>
            <a:gs pos="100000">
              <a:srgbClr val="CEEEFF"/>
            </a:gs>
          </a:gsLst>
          <a:lin ang="54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3" name="Google Shape;142;p21"/>
          <p:cNvCxnSpPr/>
          <p:nvPr/>
        </p:nvCxnSpPr>
        <p:spPr>
          <a:xfrm flipV="1">
            <a:off x="707040" y="4605120"/>
            <a:ext cx="7724880" cy="6840"/>
          </a:xfrm>
          <a:prstGeom prst="straightConnector1">
            <a:avLst/>
          </a:prstGeom>
          <a:ln w="19050">
            <a:solidFill>
              <a:srgbClr val="191919"/>
            </a:solidFill>
            <a:round/>
          </a:ln>
        </p:spPr>
      </p:cxnSp>
      <p:sp>
        <p:nvSpPr>
          <p:cNvPr id="64" name="PlaceHolder 1"/>
          <p:cNvSpPr>
            <a:spLocks noGrp="1"/>
          </p:cNvSpPr>
          <p:nvPr>
            <p:ph type="title"/>
          </p:nvPr>
        </p:nvSpPr>
        <p:spPr>
          <a:xfrm>
            <a:off x="707400" y="534960"/>
            <a:ext cx="3864600" cy="14454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>
              <a:buNone/>
            </a:pPr>
            <a:r>
              <a:rPr lang="fr-FR" sz="2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sp>
        <p:nvSpPr>
          <p:cNvPr id="65" name="PlaceHolder 2"/>
          <p:cNvSpPr>
            <a:spLocks noGrp="1"/>
          </p:cNvSpPr>
          <p:nvPr>
            <p:ph type="body"/>
          </p:nvPr>
        </p:nvSpPr>
        <p:spPr>
          <a:xfrm>
            <a:off x="707400" y="2066040"/>
            <a:ext cx="3864600" cy="232668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</a:p>
        </p:txBody>
      </p:sp>
      <p:sp>
        <p:nvSpPr>
          <p:cNvPr id="66" name="PlaceHolder 3"/>
          <p:cNvSpPr>
            <a:spLocks noGrp="1"/>
          </p:cNvSpPr>
          <p:nvPr>
            <p:ph type="body"/>
          </p:nvPr>
        </p:nvSpPr>
        <p:spPr>
          <a:xfrm>
            <a:off x="5074560" y="534960"/>
            <a:ext cx="3019680" cy="3858120"/>
          </a:xfrm>
          <a:prstGeom prst="rect">
            <a:avLst/>
          </a:prstGeom>
          <a:noFill/>
          <a:ln w="19080">
            <a:solidFill>
              <a:schemeClr val="dk1"/>
            </a:solidFill>
            <a:round/>
          </a:ln>
        </p:spPr>
        <p:txBody>
          <a:bodyPr lIns="90000" tIns="45000" rIns="90000" bIns="45000" anchor="t">
            <a:normAutofit fontScale="55000" lnSpcReduction="19999"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_1_1_1_2_1">
    <p:bg>
      <p:bgPr>
        <a:gradFill rotWithShape="0">
          <a:gsLst>
            <a:gs pos="0">
              <a:srgbClr val="FFFFFF"/>
            </a:gs>
            <a:gs pos="100000">
              <a:srgbClr val="CEEEFF"/>
            </a:gs>
          </a:gsLst>
          <a:lin ang="54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PlaceHolder 1"/>
          <p:cNvSpPr>
            <a:spLocks noGrp="1"/>
          </p:cNvSpPr>
          <p:nvPr>
            <p:ph type="title"/>
          </p:nvPr>
        </p:nvSpPr>
        <p:spPr>
          <a:xfrm>
            <a:off x="2453760" y="1352880"/>
            <a:ext cx="3796920" cy="48456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noAutofit/>
          </a:bodyPr>
          <a:lstStyle/>
          <a:p>
            <a:pPr indent="0">
              <a:buNone/>
            </a:pPr>
            <a:r>
              <a:rPr lang="fr-FR" sz="1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sp>
        <p:nvSpPr>
          <p:cNvPr id="68" name="PlaceHolder 2"/>
          <p:cNvSpPr>
            <a:spLocks noGrp="1"/>
          </p:cNvSpPr>
          <p:nvPr>
            <p:ph type="title"/>
          </p:nvPr>
        </p:nvSpPr>
        <p:spPr>
          <a:xfrm>
            <a:off x="2453760" y="2408040"/>
            <a:ext cx="3796920" cy="48456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noAutofit/>
          </a:bodyPr>
          <a:lstStyle/>
          <a:p>
            <a:pPr indent="0">
              <a:buNone/>
            </a:pPr>
            <a:r>
              <a:rPr lang="fr-FR" sz="1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sp>
        <p:nvSpPr>
          <p:cNvPr id="69" name="PlaceHolder 3"/>
          <p:cNvSpPr>
            <a:spLocks noGrp="1"/>
          </p:cNvSpPr>
          <p:nvPr>
            <p:ph type="title"/>
          </p:nvPr>
        </p:nvSpPr>
        <p:spPr>
          <a:xfrm>
            <a:off x="2453760" y="3446640"/>
            <a:ext cx="3796920" cy="48456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noAutofit/>
          </a:bodyPr>
          <a:lstStyle/>
          <a:p>
            <a:pPr indent="0">
              <a:buNone/>
            </a:pPr>
            <a:r>
              <a:rPr lang="fr-FR" sz="1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sp>
        <p:nvSpPr>
          <p:cNvPr id="70" name="PlaceHolder 4"/>
          <p:cNvSpPr>
            <a:spLocks noGrp="1"/>
          </p:cNvSpPr>
          <p:nvPr>
            <p:ph type="title"/>
          </p:nvPr>
        </p:nvSpPr>
        <p:spPr>
          <a:xfrm>
            <a:off x="1063440" y="534960"/>
            <a:ext cx="7367760" cy="5724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Autofit/>
          </a:bodyPr>
          <a:lstStyle/>
          <a:p>
            <a:pPr indent="0">
              <a:buNone/>
            </a:pPr>
            <a:r>
              <a:rPr lang="fr-FR" sz="2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cxnSp>
        <p:nvCxnSpPr>
          <p:cNvPr id="71" name="Google Shape;154;p22"/>
          <p:cNvCxnSpPr/>
          <p:nvPr/>
        </p:nvCxnSpPr>
        <p:spPr>
          <a:xfrm flipV="1">
            <a:off x="707040" y="4605120"/>
            <a:ext cx="7724880" cy="6840"/>
          </a:xfrm>
          <a:prstGeom prst="straightConnector1">
            <a:avLst/>
          </a:prstGeom>
          <a:ln w="19050">
            <a:solidFill>
              <a:srgbClr val="191919"/>
            </a:solidFill>
            <a:round/>
          </a:ln>
        </p:spPr>
      </p:cxnSp>
      <p:sp>
        <p:nvSpPr>
          <p:cNvPr id="72" name="Google Shape;155;p22"/>
          <p:cNvSpPr/>
          <p:nvPr/>
        </p:nvSpPr>
        <p:spPr>
          <a:xfrm>
            <a:off x="7935480" y="534960"/>
            <a:ext cx="493560" cy="493560"/>
          </a:xfrm>
          <a:prstGeom prst="star8">
            <a:avLst>
              <a:gd name="adj" fmla="val 12365"/>
            </a:avLst>
          </a:prstGeom>
          <a:gradFill rotWithShape="0">
            <a:gsLst>
              <a:gs pos="0">
                <a:srgbClr val="FFFFFF"/>
              </a:gs>
              <a:gs pos="100000">
                <a:srgbClr val="80D1FC"/>
              </a:gs>
            </a:gsLst>
            <a:lin ang="5400000"/>
          </a:gra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56160" bIns="5616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73" name="Google Shape;156;p22"/>
          <p:cNvSpPr/>
          <p:nvPr/>
        </p:nvSpPr>
        <p:spPr>
          <a:xfrm>
            <a:off x="714960" y="660600"/>
            <a:ext cx="348120" cy="263520"/>
          </a:xfrm>
          <a:custGeom>
            <a:avLst/>
            <a:gdLst>
              <a:gd name="textAreaLeft" fmla="*/ 0 w 348120"/>
              <a:gd name="textAreaRight" fmla="*/ 348480 w 348120"/>
              <a:gd name="textAreaTop" fmla="*/ 0 h 263520"/>
              <a:gd name="textAreaBottom" fmla="*/ 263880 h 263520"/>
            </a:gdLst>
            <a:ahLst/>
            <a:cxnLst/>
            <a:rect l="textAreaLeft" t="textAreaTop" r="textAreaRight" b="textAreaBottom"/>
            <a:pathLst>
              <a:path w="2439" h="1848">
                <a:moveTo>
                  <a:pt x="1580" y="1"/>
                </a:moveTo>
                <a:lnTo>
                  <a:pt x="1371" y="203"/>
                </a:lnTo>
                <a:lnTo>
                  <a:pt x="1919" y="780"/>
                </a:lnTo>
                <a:lnTo>
                  <a:pt x="1" y="780"/>
                </a:lnTo>
                <a:lnTo>
                  <a:pt x="1" y="1068"/>
                </a:lnTo>
                <a:lnTo>
                  <a:pt x="1919" y="1068"/>
                </a:lnTo>
                <a:lnTo>
                  <a:pt x="1371" y="1645"/>
                </a:lnTo>
                <a:lnTo>
                  <a:pt x="1580" y="1847"/>
                </a:lnTo>
                <a:lnTo>
                  <a:pt x="2439" y="924"/>
                </a:lnTo>
                <a:lnTo>
                  <a:pt x="1580" y="1"/>
                </a:lnTo>
                <a:close/>
              </a:path>
            </a:pathLst>
          </a:custGeom>
          <a:solidFill>
            <a:schemeClr val="dk1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_1_1_1_1_2">
    <p:bg>
      <p:bgPr>
        <a:gradFill rotWithShape="0">
          <a:gsLst>
            <a:gs pos="0">
              <a:srgbClr val="FFFFFF"/>
            </a:gs>
            <a:gs pos="100000">
              <a:srgbClr val="CEEEFF"/>
            </a:gs>
          </a:gsLst>
          <a:lin ang="54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PlaceHolder 1"/>
          <p:cNvSpPr>
            <a:spLocks noGrp="1"/>
          </p:cNvSpPr>
          <p:nvPr>
            <p:ph type="title"/>
          </p:nvPr>
        </p:nvSpPr>
        <p:spPr>
          <a:xfrm>
            <a:off x="1063440" y="534960"/>
            <a:ext cx="7364880" cy="5724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Autofit/>
          </a:bodyPr>
          <a:lstStyle/>
          <a:p>
            <a:pPr indent="0">
              <a:buNone/>
            </a:pPr>
            <a:r>
              <a:rPr lang="fr-FR" sz="2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grpSp>
        <p:nvGrpSpPr>
          <p:cNvPr id="75" name="Google Shape;159;p23"/>
          <p:cNvGrpSpPr/>
          <p:nvPr/>
        </p:nvGrpSpPr>
        <p:grpSpPr>
          <a:xfrm>
            <a:off x="8325000" y="534960"/>
            <a:ext cx="103320" cy="615240"/>
            <a:chOff x="8325000" y="534960"/>
            <a:chExt cx="103320" cy="615240"/>
          </a:xfrm>
        </p:grpSpPr>
        <p:sp>
          <p:nvSpPr>
            <p:cNvPr id="76" name="Google Shape;160;p23"/>
            <p:cNvSpPr/>
            <p:nvPr/>
          </p:nvSpPr>
          <p:spPr>
            <a:xfrm>
              <a:off x="8325000" y="534960"/>
              <a:ext cx="103320" cy="103320"/>
            </a:xfrm>
            <a:prstGeom prst="ellipse">
              <a:avLst/>
            </a:prstGeom>
            <a:gradFill rotWithShape="0">
              <a:gsLst>
                <a:gs pos="0">
                  <a:srgbClr val="FFFFFF"/>
                </a:gs>
                <a:gs pos="100000">
                  <a:srgbClr val="80D1FC"/>
                </a:gs>
              </a:gsLst>
              <a:lin ang="5400000"/>
            </a:gra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36360" bIns="3636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77" name="Google Shape;161;p23"/>
            <p:cNvSpPr/>
            <p:nvPr/>
          </p:nvSpPr>
          <p:spPr>
            <a:xfrm>
              <a:off x="8325000" y="790920"/>
              <a:ext cx="103320" cy="103320"/>
            </a:xfrm>
            <a:prstGeom prst="ellipse">
              <a:avLst/>
            </a:prstGeom>
            <a:gradFill rotWithShape="0">
              <a:gsLst>
                <a:gs pos="0">
                  <a:srgbClr val="FFFFFF"/>
                </a:gs>
                <a:gs pos="100000">
                  <a:srgbClr val="80D1FC"/>
                </a:gs>
              </a:gsLst>
              <a:lin ang="5400000"/>
            </a:gra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36360" bIns="3636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78" name="Google Shape;162;p23"/>
            <p:cNvSpPr/>
            <p:nvPr/>
          </p:nvSpPr>
          <p:spPr>
            <a:xfrm>
              <a:off x="8325000" y="1046880"/>
              <a:ext cx="103320" cy="103320"/>
            </a:xfrm>
            <a:prstGeom prst="ellipse">
              <a:avLst/>
            </a:prstGeom>
            <a:gradFill rotWithShape="0">
              <a:gsLst>
                <a:gs pos="0">
                  <a:srgbClr val="FFFFFF"/>
                </a:gs>
                <a:gs pos="100000">
                  <a:srgbClr val="80D1FC"/>
                </a:gs>
              </a:gsLst>
              <a:lin ang="5400000"/>
            </a:gra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36360" bIns="3636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</p:grpSp>
      <p:sp>
        <p:nvSpPr>
          <p:cNvPr id="79" name="PlaceHolder 2"/>
          <p:cNvSpPr>
            <a:spLocks noGrp="1"/>
          </p:cNvSpPr>
          <p:nvPr>
            <p:ph type="title"/>
          </p:nvPr>
        </p:nvSpPr>
        <p:spPr>
          <a:xfrm>
            <a:off x="714960" y="2580480"/>
            <a:ext cx="1827000" cy="955800"/>
          </a:xfrm>
          <a:prstGeom prst="rect">
            <a:avLst/>
          </a:prstGeom>
          <a:solidFill>
            <a:schemeClr val="dk1"/>
          </a:solidFill>
          <a:ln w="0">
            <a:noFill/>
          </a:ln>
        </p:spPr>
        <p:txBody>
          <a:bodyPr lIns="91440" tIns="91440" rIns="91440" bIns="91440" anchor="ctr">
            <a:noAutofit/>
          </a:bodyPr>
          <a:lstStyle/>
          <a:p>
            <a:pPr indent="0">
              <a:buNone/>
            </a:pPr>
            <a:r>
              <a:rPr lang="fr-FR" sz="21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sp>
        <p:nvSpPr>
          <p:cNvPr id="80" name="PlaceHolder 3"/>
          <p:cNvSpPr>
            <a:spLocks noGrp="1"/>
          </p:cNvSpPr>
          <p:nvPr>
            <p:ph type="title"/>
          </p:nvPr>
        </p:nvSpPr>
        <p:spPr>
          <a:xfrm>
            <a:off x="2677320" y="2580480"/>
            <a:ext cx="1827000" cy="955800"/>
          </a:xfrm>
          <a:prstGeom prst="rect">
            <a:avLst/>
          </a:prstGeom>
          <a:solidFill>
            <a:schemeClr val="dk1"/>
          </a:solidFill>
          <a:ln w="0">
            <a:noFill/>
          </a:ln>
        </p:spPr>
        <p:txBody>
          <a:bodyPr lIns="91440" tIns="91440" rIns="91440" bIns="91440" anchor="ctr">
            <a:noAutofit/>
          </a:bodyPr>
          <a:lstStyle/>
          <a:p>
            <a:pPr indent="0">
              <a:buNone/>
            </a:pPr>
            <a:r>
              <a:rPr lang="fr-FR" sz="21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sp>
        <p:nvSpPr>
          <p:cNvPr id="81" name="PlaceHolder 4"/>
          <p:cNvSpPr>
            <a:spLocks noGrp="1"/>
          </p:cNvSpPr>
          <p:nvPr>
            <p:ph type="title"/>
          </p:nvPr>
        </p:nvSpPr>
        <p:spPr>
          <a:xfrm>
            <a:off x="4639680" y="2580480"/>
            <a:ext cx="1827000" cy="955800"/>
          </a:xfrm>
          <a:prstGeom prst="rect">
            <a:avLst/>
          </a:prstGeom>
          <a:solidFill>
            <a:schemeClr val="dk1"/>
          </a:solidFill>
          <a:ln w="0">
            <a:noFill/>
          </a:ln>
        </p:spPr>
        <p:txBody>
          <a:bodyPr lIns="91440" tIns="91440" rIns="91440" bIns="91440" anchor="ctr">
            <a:noAutofit/>
          </a:bodyPr>
          <a:lstStyle/>
          <a:p>
            <a:pPr indent="0">
              <a:buNone/>
            </a:pPr>
            <a:r>
              <a:rPr lang="fr-FR" sz="21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sp>
        <p:nvSpPr>
          <p:cNvPr id="82" name="PlaceHolder 5"/>
          <p:cNvSpPr>
            <a:spLocks noGrp="1"/>
          </p:cNvSpPr>
          <p:nvPr>
            <p:ph type="title"/>
          </p:nvPr>
        </p:nvSpPr>
        <p:spPr>
          <a:xfrm>
            <a:off x="6601680" y="2580480"/>
            <a:ext cx="1827000" cy="955800"/>
          </a:xfrm>
          <a:prstGeom prst="rect">
            <a:avLst/>
          </a:prstGeom>
          <a:solidFill>
            <a:schemeClr val="dk1"/>
          </a:solidFill>
          <a:ln w="0">
            <a:noFill/>
          </a:ln>
        </p:spPr>
        <p:txBody>
          <a:bodyPr lIns="91440" tIns="91440" rIns="91440" bIns="91440" anchor="ctr">
            <a:noAutofit/>
          </a:bodyPr>
          <a:lstStyle/>
          <a:p>
            <a:pPr indent="0">
              <a:buNone/>
            </a:pPr>
            <a:r>
              <a:rPr lang="fr-FR" sz="21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cxnSp>
        <p:nvCxnSpPr>
          <p:cNvPr id="83" name="Google Shape;171;p23"/>
          <p:cNvCxnSpPr/>
          <p:nvPr/>
        </p:nvCxnSpPr>
        <p:spPr>
          <a:xfrm flipV="1">
            <a:off x="707040" y="4605120"/>
            <a:ext cx="7724880" cy="6840"/>
          </a:xfrm>
          <a:prstGeom prst="straightConnector1">
            <a:avLst/>
          </a:prstGeom>
          <a:ln w="19050">
            <a:solidFill>
              <a:srgbClr val="191919"/>
            </a:solidFill>
            <a:round/>
          </a:ln>
        </p:spPr>
      </p:cxn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USTOM_5">
    <p:bg>
      <p:bgPr>
        <a:gradFill rotWithShape="0">
          <a:gsLst>
            <a:gs pos="0">
              <a:srgbClr val="FFFFFF"/>
            </a:gs>
            <a:gs pos="100000">
              <a:srgbClr val="CEEEFF"/>
            </a:gs>
          </a:gsLst>
          <a:lin ang="54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PlaceHolder 1"/>
          <p:cNvSpPr>
            <a:spLocks noGrp="1"/>
          </p:cNvSpPr>
          <p:nvPr>
            <p:ph type="title"/>
          </p:nvPr>
        </p:nvSpPr>
        <p:spPr>
          <a:xfrm>
            <a:off x="1063440" y="534960"/>
            <a:ext cx="7364880" cy="5724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Autofit/>
          </a:bodyPr>
          <a:lstStyle/>
          <a:p>
            <a:pPr indent="0">
              <a:buNone/>
            </a:pPr>
            <a:r>
              <a:rPr lang="fr-FR" sz="2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grpSp>
        <p:nvGrpSpPr>
          <p:cNvPr id="85" name="Google Shape;174;p24"/>
          <p:cNvGrpSpPr/>
          <p:nvPr/>
        </p:nvGrpSpPr>
        <p:grpSpPr>
          <a:xfrm>
            <a:off x="8325000" y="534960"/>
            <a:ext cx="103320" cy="615240"/>
            <a:chOff x="8325000" y="534960"/>
            <a:chExt cx="103320" cy="615240"/>
          </a:xfrm>
        </p:grpSpPr>
        <p:sp>
          <p:nvSpPr>
            <p:cNvPr id="86" name="Google Shape;175;p24"/>
            <p:cNvSpPr/>
            <p:nvPr/>
          </p:nvSpPr>
          <p:spPr>
            <a:xfrm>
              <a:off x="8325000" y="534960"/>
              <a:ext cx="103320" cy="103320"/>
            </a:xfrm>
            <a:prstGeom prst="ellipse">
              <a:avLst/>
            </a:prstGeom>
            <a:gradFill rotWithShape="0">
              <a:gsLst>
                <a:gs pos="0">
                  <a:srgbClr val="FFFFFF"/>
                </a:gs>
                <a:gs pos="100000">
                  <a:srgbClr val="80D1FC"/>
                </a:gs>
              </a:gsLst>
              <a:lin ang="5400000"/>
            </a:gra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36360" bIns="3636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87" name="Google Shape;176;p24"/>
            <p:cNvSpPr/>
            <p:nvPr/>
          </p:nvSpPr>
          <p:spPr>
            <a:xfrm>
              <a:off x="8325000" y="790920"/>
              <a:ext cx="103320" cy="103320"/>
            </a:xfrm>
            <a:prstGeom prst="ellipse">
              <a:avLst/>
            </a:prstGeom>
            <a:gradFill rotWithShape="0">
              <a:gsLst>
                <a:gs pos="0">
                  <a:srgbClr val="FFFFFF"/>
                </a:gs>
                <a:gs pos="100000">
                  <a:srgbClr val="80D1FC"/>
                </a:gs>
              </a:gsLst>
              <a:lin ang="5400000"/>
            </a:gra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36360" bIns="3636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88" name="Google Shape;177;p24"/>
            <p:cNvSpPr/>
            <p:nvPr/>
          </p:nvSpPr>
          <p:spPr>
            <a:xfrm>
              <a:off x="8325000" y="1046880"/>
              <a:ext cx="103320" cy="103320"/>
            </a:xfrm>
            <a:prstGeom prst="ellipse">
              <a:avLst/>
            </a:prstGeom>
            <a:gradFill rotWithShape="0">
              <a:gsLst>
                <a:gs pos="0">
                  <a:srgbClr val="FFFFFF"/>
                </a:gs>
                <a:gs pos="100000">
                  <a:srgbClr val="80D1FC"/>
                </a:gs>
              </a:gsLst>
              <a:lin ang="5400000"/>
            </a:gra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36360" bIns="3636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</p:grpSp>
      <p:sp>
        <p:nvSpPr>
          <p:cNvPr id="89" name="PlaceHolder 2"/>
          <p:cNvSpPr>
            <a:spLocks noGrp="1"/>
          </p:cNvSpPr>
          <p:nvPr>
            <p:ph type="title"/>
          </p:nvPr>
        </p:nvSpPr>
        <p:spPr>
          <a:xfrm>
            <a:off x="1019880" y="1379520"/>
            <a:ext cx="1827000" cy="527400"/>
          </a:xfrm>
          <a:prstGeom prst="rect">
            <a:avLst/>
          </a:prstGeom>
          <a:solidFill>
            <a:schemeClr val="dk1"/>
          </a:solidFill>
          <a:ln w="0">
            <a:noFill/>
          </a:ln>
        </p:spPr>
        <p:txBody>
          <a:bodyPr lIns="91440" tIns="91440" rIns="91440" bIns="91440" anchor="ctr">
            <a:noAutofit/>
          </a:bodyPr>
          <a:lstStyle/>
          <a:p>
            <a:pPr indent="0">
              <a:buNone/>
            </a:pPr>
            <a:r>
              <a:rPr lang="fr-FR" sz="1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sp>
        <p:nvSpPr>
          <p:cNvPr id="90" name="PlaceHolder 3"/>
          <p:cNvSpPr>
            <a:spLocks noGrp="1"/>
          </p:cNvSpPr>
          <p:nvPr>
            <p:ph type="title"/>
          </p:nvPr>
        </p:nvSpPr>
        <p:spPr>
          <a:xfrm>
            <a:off x="1019880" y="3032280"/>
            <a:ext cx="1827000" cy="527400"/>
          </a:xfrm>
          <a:prstGeom prst="rect">
            <a:avLst/>
          </a:prstGeom>
          <a:solidFill>
            <a:schemeClr val="dk1"/>
          </a:solidFill>
          <a:ln w="0">
            <a:noFill/>
          </a:ln>
        </p:spPr>
        <p:txBody>
          <a:bodyPr lIns="91440" tIns="91440" rIns="91440" bIns="91440" anchor="ctr">
            <a:noAutofit/>
          </a:bodyPr>
          <a:lstStyle/>
          <a:p>
            <a:pPr indent="0">
              <a:buNone/>
            </a:pPr>
            <a:r>
              <a:rPr lang="fr-FR" sz="1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sp>
        <p:nvSpPr>
          <p:cNvPr id="91" name="PlaceHolder 4"/>
          <p:cNvSpPr>
            <a:spLocks noGrp="1"/>
          </p:cNvSpPr>
          <p:nvPr>
            <p:ph type="title"/>
          </p:nvPr>
        </p:nvSpPr>
        <p:spPr>
          <a:xfrm>
            <a:off x="6296760" y="3032280"/>
            <a:ext cx="1827000" cy="527400"/>
          </a:xfrm>
          <a:prstGeom prst="rect">
            <a:avLst/>
          </a:prstGeom>
          <a:solidFill>
            <a:schemeClr val="dk1"/>
          </a:solidFill>
          <a:ln w="0">
            <a:noFill/>
          </a:ln>
        </p:spPr>
        <p:txBody>
          <a:bodyPr lIns="91440" tIns="91440" rIns="91440" bIns="91440" anchor="ctr">
            <a:noAutofit/>
          </a:bodyPr>
          <a:lstStyle/>
          <a:p>
            <a:pPr indent="0">
              <a:buNone/>
            </a:pPr>
            <a:r>
              <a:rPr lang="fr-FR" sz="1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sp>
        <p:nvSpPr>
          <p:cNvPr id="92" name="PlaceHolder 5"/>
          <p:cNvSpPr>
            <a:spLocks noGrp="1"/>
          </p:cNvSpPr>
          <p:nvPr>
            <p:ph type="title"/>
          </p:nvPr>
        </p:nvSpPr>
        <p:spPr>
          <a:xfrm>
            <a:off x="6296760" y="1379520"/>
            <a:ext cx="1827000" cy="527400"/>
          </a:xfrm>
          <a:prstGeom prst="rect">
            <a:avLst/>
          </a:prstGeom>
          <a:solidFill>
            <a:schemeClr val="dk1"/>
          </a:solidFill>
          <a:ln w="0">
            <a:noFill/>
          </a:ln>
        </p:spPr>
        <p:txBody>
          <a:bodyPr lIns="91440" tIns="91440" rIns="91440" bIns="91440" anchor="ctr">
            <a:noAutofit/>
          </a:bodyPr>
          <a:lstStyle/>
          <a:p>
            <a:pPr indent="0">
              <a:buNone/>
            </a:pPr>
            <a:r>
              <a:rPr lang="fr-FR" sz="1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sp>
        <p:nvSpPr>
          <p:cNvPr id="93" name="Google Shape;186;p24"/>
          <p:cNvSpPr/>
          <p:nvPr/>
        </p:nvSpPr>
        <p:spPr>
          <a:xfrm>
            <a:off x="714960" y="660600"/>
            <a:ext cx="348120" cy="263520"/>
          </a:xfrm>
          <a:custGeom>
            <a:avLst/>
            <a:gdLst>
              <a:gd name="textAreaLeft" fmla="*/ 0 w 348120"/>
              <a:gd name="textAreaRight" fmla="*/ 348480 w 348120"/>
              <a:gd name="textAreaTop" fmla="*/ 0 h 263520"/>
              <a:gd name="textAreaBottom" fmla="*/ 263880 h 263520"/>
            </a:gdLst>
            <a:ahLst/>
            <a:cxnLst/>
            <a:rect l="textAreaLeft" t="textAreaTop" r="textAreaRight" b="textAreaBottom"/>
            <a:pathLst>
              <a:path w="2439" h="1848">
                <a:moveTo>
                  <a:pt x="1580" y="1"/>
                </a:moveTo>
                <a:lnTo>
                  <a:pt x="1371" y="203"/>
                </a:lnTo>
                <a:lnTo>
                  <a:pt x="1919" y="780"/>
                </a:lnTo>
                <a:lnTo>
                  <a:pt x="1" y="780"/>
                </a:lnTo>
                <a:lnTo>
                  <a:pt x="1" y="1068"/>
                </a:lnTo>
                <a:lnTo>
                  <a:pt x="1919" y="1068"/>
                </a:lnTo>
                <a:lnTo>
                  <a:pt x="1371" y="1645"/>
                </a:lnTo>
                <a:lnTo>
                  <a:pt x="1580" y="1847"/>
                </a:lnTo>
                <a:lnTo>
                  <a:pt x="2439" y="924"/>
                </a:lnTo>
                <a:lnTo>
                  <a:pt x="1580" y="1"/>
                </a:lnTo>
                <a:close/>
              </a:path>
            </a:pathLst>
          </a:custGeom>
          <a:solidFill>
            <a:schemeClr val="dk1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_1_1_1_1_1_1">
    <p:bg>
      <p:bgPr>
        <a:gradFill rotWithShape="0">
          <a:gsLst>
            <a:gs pos="0">
              <a:srgbClr val="FFFFFF"/>
            </a:gs>
            <a:gs pos="100000">
              <a:srgbClr val="CEEEFF"/>
            </a:gs>
          </a:gsLst>
          <a:lin ang="54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PlaceHolder 1"/>
          <p:cNvSpPr>
            <a:spLocks noGrp="1"/>
          </p:cNvSpPr>
          <p:nvPr>
            <p:ph type="title"/>
          </p:nvPr>
        </p:nvSpPr>
        <p:spPr>
          <a:xfrm>
            <a:off x="1284120" y="654480"/>
            <a:ext cx="6575760" cy="78084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noAutofit/>
          </a:bodyPr>
          <a:lstStyle/>
          <a:p>
            <a:pPr indent="0" algn="ctr">
              <a:lnSpc>
                <a:spcPct val="100000"/>
              </a:lnSpc>
              <a:buNone/>
            </a:pPr>
            <a:r>
              <a:rPr lang="fr-FR" sz="5500" b="1" u="none" strike="noStrike">
                <a:solidFill>
                  <a:schemeClr val="dk1"/>
                </a:solidFill>
                <a:effectLst/>
                <a:uFillTx/>
                <a:latin typeface="Space Grotesk"/>
                <a:ea typeface="Space Grotesk"/>
              </a:rPr>
              <a:t>xx%</a:t>
            </a:r>
            <a:endParaRPr lang="fr-FR" sz="55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95" name="PlaceHolder 2"/>
          <p:cNvSpPr>
            <a:spLocks noGrp="1"/>
          </p:cNvSpPr>
          <p:nvPr>
            <p:ph type="title"/>
          </p:nvPr>
        </p:nvSpPr>
        <p:spPr>
          <a:xfrm>
            <a:off x="1284120" y="1969920"/>
            <a:ext cx="6575760" cy="78084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noAutofit/>
          </a:bodyPr>
          <a:lstStyle/>
          <a:p>
            <a:pPr indent="0" algn="ctr">
              <a:lnSpc>
                <a:spcPct val="100000"/>
              </a:lnSpc>
              <a:buNone/>
            </a:pPr>
            <a:r>
              <a:rPr lang="fr-FR" sz="5500" b="1" u="none" strike="noStrike">
                <a:solidFill>
                  <a:schemeClr val="dk1"/>
                </a:solidFill>
                <a:effectLst/>
                <a:uFillTx/>
                <a:latin typeface="Space Grotesk"/>
                <a:ea typeface="Space Grotesk"/>
              </a:rPr>
              <a:t>xx%</a:t>
            </a:r>
            <a:endParaRPr lang="fr-FR" sz="55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96" name="PlaceHolder 3"/>
          <p:cNvSpPr>
            <a:spLocks noGrp="1"/>
          </p:cNvSpPr>
          <p:nvPr>
            <p:ph type="title"/>
          </p:nvPr>
        </p:nvSpPr>
        <p:spPr>
          <a:xfrm>
            <a:off x="1284120" y="3288240"/>
            <a:ext cx="6575760" cy="78084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noAutofit/>
          </a:bodyPr>
          <a:lstStyle/>
          <a:p>
            <a:pPr indent="0" algn="ctr">
              <a:lnSpc>
                <a:spcPct val="100000"/>
              </a:lnSpc>
              <a:buNone/>
            </a:pPr>
            <a:r>
              <a:rPr lang="fr-FR" sz="5500" b="1" u="none" strike="noStrike">
                <a:solidFill>
                  <a:schemeClr val="dk1"/>
                </a:solidFill>
                <a:effectLst/>
                <a:uFillTx/>
                <a:latin typeface="Space Grotesk"/>
                <a:ea typeface="Space Grotesk"/>
              </a:rPr>
              <a:t>xx%</a:t>
            </a:r>
            <a:endParaRPr lang="fr-FR" sz="55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grpSp>
        <p:nvGrpSpPr>
          <p:cNvPr id="97" name="Google Shape;194;p25"/>
          <p:cNvGrpSpPr/>
          <p:nvPr/>
        </p:nvGrpSpPr>
        <p:grpSpPr>
          <a:xfrm>
            <a:off x="8325000" y="3971160"/>
            <a:ext cx="103320" cy="615240"/>
            <a:chOff x="8325000" y="3971160"/>
            <a:chExt cx="103320" cy="615240"/>
          </a:xfrm>
        </p:grpSpPr>
        <p:sp>
          <p:nvSpPr>
            <p:cNvPr id="98" name="Google Shape;195;p25"/>
            <p:cNvSpPr/>
            <p:nvPr/>
          </p:nvSpPr>
          <p:spPr>
            <a:xfrm>
              <a:off x="8325000" y="3971160"/>
              <a:ext cx="103320" cy="103320"/>
            </a:xfrm>
            <a:prstGeom prst="ellipse">
              <a:avLst/>
            </a:prstGeom>
            <a:gradFill rotWithShape="0">
              <a:gsLst>
                <a:gs pos="0">
                  <a:srgbClr val="FFFEFE"/>
                </a:gs>
                <a:gs pos="100000">
                  <a:srgbClr val="E496C2"/>
                </a:gs>
              </a:gsLst>
              <a:path path="circle">
                <a:fillToRect l="50000" t="50000" r="50000" b="50000"/>
              </a:path>
            </a:gra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36360" bIns="3636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99" name="Google Shape;196;p25"/>
            <p:cNvSpPr/>
            <p:nvPr/>
          </p:nvSpPr>
          <p:spPr>
            <a:xfrm>
              <a:off x="8325000" y="4227120"/>
              <a:ext cx="103320" cy="103320"/>
            </a:xfrm>
            <a:prstGeom prst="ellipse">
              <a:avLst/>
            </a:prstGeom>
            <a:gradFill rotWithShape="0">
              <a:gsLst>
                <a:gs pos="0">
                  <a:srgbClr val="FFFEFE"/>
                </a:gs>
                <a:gs pos="100000">
                  <a:srgbClr val="E496C2"/>
                </a:gs>
              </a:gsLst>
              <a:path path="circle">
                <a:fillToRect l="50000" t="50000" r="50000" b="50000"/>
              </a:path>
            </a:gra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36360" bIns="3636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00" name="Google Shape;197;p25"/>
            <p:cNvSpPr/>
            <p:nvPr/>
          </p:nvSpPr>
          <p:spPr>
            <a:xfrm>
              <a:off x="8325000" y="4483080"/>
              <a:ext cx="103320" cy="103320"/>
            </a:xfrm>
            <a:prstGeom prst="ellipse">
              <a:avLst/>
            </a:prstGeom>
            <a:gradFill rotWithShape="0">
              <a:gsLst>
                <a:gs pos="0">
                  <a:srgbClr val="FFFEFE"/>
                </a:gs>
                <a:gs pos="100000">
                  <a:srgbClr val="E496C2"/>
                </a:gs>
              </a:gsLst>
              <a:path path="circle">
                <a:fillToRect l="50000" t="50000" r="50000" b="50000"/>
              </a:path>
            </a:gra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36360" bIns="3636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</p:grpSp>
      <p:sp>
        <p:nvSpPr>
          <p:cNvPr id="101" name="Google Shape;198;p25"/>
          <p:cNvSpPr/>
          <p:nvPr/>
        </p:nvSpPr>
        <p:spPr>
          <a:xfrm>
            <a:off x="714960" y="534960"/>
            <a:ext cx="720720" cy="720720"/>
          </a:xfrm>
          <a:prstGeom prst="star8">
            <a:avLst>
              <a:gd name="adj" fmla="val 12365"/>
            </a:avLst>
          </a:prstGeom>
          <a:gradFill rotWithShape="0">
            <a:gsLst>
              <a:gs pos="0">
                <a:srgbClr val="FFFFFF"/>
              </a:gs>
              <a:gs pos="100000">
                <a:srgbClr val="80D1FC"/>
              </a:gs>
            </a:gsLst>
            <a:lin ang="5400000"/>
          </a:gra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82440" bIns="824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_1_1_1_1_1_1_2">
    <p:bg>
      <p:bgPr>
        <a:gradFill rotWithShape="0">
          <a:gsLst>
            <a:gs pos="0">
              <a:srgbClr val="FFFFFF"/>
            </a:gs>
            <a:gs pos="100000">
              <a:srgbClr val="CEEEFF"/>
            </a:gs>
          </a:gsLst>
          <a:lin ang="54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PlaceHolder 1"/>
          <p:cNvSpPr>
            <a:spLocks noGrp="1"/>
          </p:cNvSpPr>
          <p:nvPr>
            <p:ph type="title"/>
          </p:nvPr>
        </p:nvSpPr>
        <p:spPr>
          <a:xfrm rot="21598800">
            <a:off x="714960" y="751680"/>
            <a:ext cx="4283280" cy="99756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noAutofit/>
          </a:bodyPr>
          <a:lstStyle/>
          <a:p>
            <a:pPr indent="0">
              <a:buNone/>
            </a:pPr>
            <a:r>
              <a:rPr lang="fr-FR" sz="5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cxnSp>
        <p:nvCxnSpPr>
          <p:cNvPr id="103" name="Google Shape;202;p26"/>
          <p:cNvCxnSpPr/>
          <p:nvPr/>
        </p:nvCxnSpPr>
        <p:spPr>
          <a:xfrm flipV="1">
            <a:off x="707040" y="4605120"/>
            <a:ext cx="7724880" cy="6840"/>
          </a:xfrm>
          <a:prstGeom prst="straightConnector1">
            <a:avLst/>
          </a:prstGeom>
          <a:ln w="19050">
            <a:solidFill>
              <a:srgbClr val="191919"/>
            </a:solidFill>
            <a:round/>
          </a:ln>
        </p:spPr>
      </p:cxnSp>
      <p:sp>
        <p:nvSpPr>
          <p:cNvPr id="104" name="Google Shape;203;p26"/>
          <p:cNvSpPr/>
          <p:nvPr/>
        </p:nvSpPr>
        <p:spPr>
          <a:xfrm>
            <a:off x="714960" y="3456360"/>
            <a:ext cx="4959360" cy="553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t">
            <a:noAutofit/>
          </a:bodyPr>
          <a:lstStyle/>
          <a:p>
            <a:pPr defTabSz="914400">
              <a:lnSpc>
                <a:spcPct val="100000"/>
              </a:lnSpc>
              <a:spcBef>
                <a:spcPts val="300"/>
              </a:spcBef>
              <a:tabLst>
                <a:tab pos="0" algn="l"/>
              </a:tabLst>
            </a:pPr>
            <a:r>
              <a:rPr lang="en" sz="1200" b="0" u="none" strike="noStrike">
                <a:solidFill>
                  <a:schemeClr val="dk1"/>
                </a:solidFill>
                <a:effectLst/>
                <a:uFillTx/>
                <a:latin typeface="Open Sans"/>
                <a:ea typeface="Open Sans"/>
              </a:rPr>
              <a:t>CREDITS: This presentation template was created by </a:t>
            </a:r>
            <a:r>
              <a:rPr lang="en" sz="1200" b="0" u="sng" strike="noStrike">
                <a:solidFill>
                  <a:schemeClr val="dk1"/>
                </a:solidFill>
                <a:effectLst/>
                <a:uFillTx/>
                <a:latin typeface="Open Sans"/>
                <a:ea typeface="Open Sans"/>
                <a:hlinkClick r:id="rId2"/>
              </a:rPr>
              <a:t>Slidesgo</a:t>
            </a:r>
            <a:r>
              <a:rPr lang="en" sz="1200" b="0" u="none" strike="noStrike">
                <a:solidFill>
                  <a:schemeClr val="dk1"/>
                </a:solidFill>
                <a:effectLst/>
                <a:uFillTx/>
                <a:latin typeface="Open Sans"/>
                <a:ea typeface="Open Sans"/>
              </a:rPr>
              <a:t>, including icons, infographics &amp; images by </a:t>
            </a:r>
            <a:r>
              <a:rPr lang="en" sz="1200" b="0" u="sng" strike="noStrike">
                <a:solidFill>
                  <a:schemeClr val="dk1"/>
                </a:solidFill>
                <a:effectLst/>
                <a:uFillTx/>
                <a:latin typeface="Open Sans"/>
                <a:ea typeface="Open Sans"/>
                <a:hlinkClick r:id="rId3"/>
              </a:rPr>
              <a:t>Freepik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_1_1_1_1_1_1_1">
    <p:bg>
      <p:bgPr>
        <a:gradFill rotWithShape="0">
          <a:gsLst>
            <a:gs pos="0">
              <a:srgbClr val="FFFFFF"/>
            </a:gs>
            <a:gs pos="100000">
              <a:srgbClr val="CEEEFF"/>
            </a:gs>
          </a:gsLst>
          <a:lin ang="54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_1_1_1_1_1_1_1_1">
    <p:bg>
      <p:bgPr>
        <a:gradFill rotWithShape="0">
          <a:gsLst>
            <a:gs pos="0">
              <a:srgbClr val="FFFFFF"/>
            </a:gs>
            <a:gs pos="100000">
              <a:srgbClr val="CEEEFF"/>
            </a:gs>
          </a:gsLst>
          <a:lin ang="54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5" name="Google Shape;206;p28"/>
          <p:cNvGrpSpPr/>
          <p:nvPr/>
        </p:nvGrpSpPr>
        <p:grpSpPr>
          <a:xfrm>
            <a:off x="8325000" y="534960"/>
            <a:ext cx="103320" cy="615240"/>
            <a:chOff x="8325000" y="534960"/>
            <a:chExt cx="103320" cy="615240"/>
          </a:xfrm>
        </p:grpSpPr>
        <p:sp>
          <p:nvSpPr>
            <p:cNvPr id="106" name="Google Shape;207;p28"/>
            <p:cNvSpPr/>
            <p:nvPr/>
          </p:nvSpPr>
          <p:spPr>
            <a:xfrm>
              <a:off x="8325000" y="534960"/>
              <a:ext cx="103320" cy="103320"/>
            </a:xfrm>
            <a:prstGeom prst="ellipse">
              <a:avLst/>
            </a:prstGeom>
            <a:gradFill rotWithShape="0">
              <a:gsLst>
                <a:gs pos="0">
                  <a:srgbClr val="FFFEFE"/>
                </a:gs>
                <a:gs pos="100000">
                  <a:srgbClr val="E496C2"/>
                </a:gs>
              </a:gsLst>
              <a:path path="circle">
                <a:fillToRect l="50000" t="50000" r="50000" b="50000"/>
              </a:path>
            </a:gra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36360" bIns="3636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07" name="Google Shape;208;p28"/>
            <p:cNvSpPr/>
            <p:nvPr/>
          </p:nvSpPr>
          <p:spPr>
            <a:xfrm>
              <a:off x="8325000" y="790920"/>
              <a:ext cx="103320" cy="103320"/>
            </a:xfrm>
            <a:prstGeom prst="ellipse">
              <a:avLst/>
            </a:prstGeom>
            <a:gradFill rotWithShape="0">
              <a:gsLst>
                <a:gs pos="0">
                  <a:srgbClr val="FFFEFE"/>
                </a:gs>
                <a:gs pos="100000">
                  <a:srgbClr val="E496C2"/>
                </a:gs>
              </a:gsLst>
              <a:path path="circle">
                <a:fillToRect l="50000" t="50000" r="50000" b="50000"/>
              </a:path>
            </a:gra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36360" bIns="3636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08" name="Google Shape;209;p28"/>
            <p:cNvSpPr/>
            <p:nvPr/>
          </p:nvSpPr>
          <p:spPr>
            <a:xfrm>
              <a:off x="8325000" y="1046880"/>
              <a:ext cx="103320" cy="103320"/>
            </a:xfrm>
            <a:prstGeom prst="ellipse">
              <a:avLst/>
            </a:prstGeom>
            <a:gradFill rotWithShape="0">
              <a:gsLst>
                <a:gs pos="0">
                  <a:srgbClr val="FFFEFE"/>
                </a:gs>
                <a:gs pos="100000">
                  <a:srgbClr val="E496C2"/>
                </a:gs>
              </a:gsLst>
              <a:path path="circle">
                <a:fillToRect l="50000" t="50000" r="50000" b="50000"/>
              </a:path>
            </a:gra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36360" bIns="3636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</p:grp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_1_1_1_1_1_1_1_1_1">
    <p:bg>
      <p:bgPr>
        <a:gradFill rotWithShape="0">
          <a:gsLst>
            <a:gs pos="0">
              <a:srgbClr val="FFFFFF"/>
            </a:gs>
            <a:gs pos="100000">
              <a:srgbClr val="CEEEFF"/>
            </a:gs>
          </a:gsLst>
          <a:lin ang="54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211;p29"/>
          <p:cNvSpPr/>
          <p:nvPr/>
        </p:nvSpPr>
        <p:spPr>
          <a:xfrm>
            <a:off x="7935480" y="534960"/>
            <a:ext cx="493560" cy="493560"/>
          </a:xfrm>
          <a:prstGeom prst="star8">
            <a:avLst>
              <a:gd name="adj" fmla="val 12365"/>
            </a:avLst>
          </a:prstGeom>
          <a:gradFill rotWithShape="0">
            <a:gsLst>
              <a:gs pos="0">
                <a:srgbClr val="FFFFFF"/>
              </a:gs>
              <a:gs pos="100000">
                <a:srgbClr val="EA8EED"/>
              </a:gs>
            </a:gsLst>
            <a:lin ang="5400000"/>
          </a:gra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56160" bIns="5616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_AND_BODY">
    <p:bg>
      <p:bgPr>
        <a:gradFill rotWithShape="0">
          <a:gsLst>
            <a:gs pos="0">
              <a:srgbClr val="FFFFFF"/>
            </a:gs>
            <a:gs pos="100000">
              <a:srgbClr val="CEEEFF"/>
            </a:gs>
          </a:gsLst>
          <a:lin ang="54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PlaceHolder 1"/>
          <p:cNvSpPr>
            <a:spLocks noGrp="1"/>
          </p:cNvSpPr>
          <p:nvPr>
            <p:ph type="body"/>
          </p:nvPr>
        </p:nvSpPr>
        <p:spPr>
          <a:xfrm>
            <a:off x="720000" y="1152360"/>
            <a:ext cx="7354080" cy="345564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fr-FR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fr-FR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</a:p>
        </p:txBody>
      </p:sp>
      <p:sp>
        <p:nvSpPr>
          <p:cNvPr id="111" name="PlaceHolder 2"/>
          <p:cNvSpPr>
            <a:spLocks noGrp="1"/>
          </p:cNvSpPr>
          <p:nvPr>
            <p:ph type="title"/>
          </p:nvPr>
        </p:nvSpPr>
        <p:spPr>
          <a:xfrm>
            <a:off x="1074600" y="534960"/>
            <a:ext cx="7354080" cy="5724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Autofit/>
          </a:bodyPr>
          <a:lstStyle/>
          <a:p>
            <a:pPr indent="0">
              <a:buNone/>
            </a:pPr>
            <a:r>
              <a:rPr lang="fr-FR" sz="2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ITLE_AND_TWO_COLUMNS">
    <p:bg>
      <p:bgPr>
        <a:gradFill rotWithShape="0">
          <a:gsLst>
            <a:gs pos="0">
              <a:srgbClr val="FFFFFF"/>
            </a:gs>
            <a:gs pos="100000">
              <a:srgbClr val="CEEEFF"/>
            </a:gs>
          </a:gsLst>
          <a:lin ang="54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12" name="Google Shape;28;p5"/>
          <p:cNvCxnSpPr/>
          <p:nvPr/>
        </p:nvCxnSpPr>
        <p:spPr>
          <a:xfrm flipV="1">
            <a:off x="707040" y="4605120"/>
            <a:ext cx="7724880" cy="6840"/>
          </a:xfrm>
          <a:prstGeom prst="straightConnector1">
            <a:avLst/>
          </a:prstGeom>
          <a:ln w="19050">
            <a:solidFill>
              <a:srgbClr val="191919"/>
            </a:solidFill>
            <a:round/>
          </a:ln>
        </p:spPr>
      </p:cxnSp>
      <p:grpSp>
        <p:nvGrpSpPr>
          <p:cNvPr id="113" name="Google Shape;29;p5"/>
          <p:cNvGrpSpPr/>
          <p:nvPr/>
        </p:nvGrpSpPr>
        <p:grpSpPr>
          <a:xfrm>
            <a:off x="8327880" y="534960"/>
            <a:ext cx="103320" cy="615240"/>
            <a:chOff x="8327880" y="534960"/>
            <a:chExt cx="103320" cy="615240"/>
          </a:xfrm>
        </p:grpSpPr>
        <p:sp>
          <p:nvSpPr>
            <p:cNvPr id="114" name="Google Shape;30;p5"/>
            <p:cNvSpPr/>
            <p:nvPr/>
          </p:nvSpPr>
          <p:spPr>
            <a:xfrm>
              <a:off x="8327880" y="534960"/>
              <a:ext cx="103320" cy="103320"/>
            </a:xfrm>
            <a:prstGeom prst="ellipse">
              <a:avLst/>
            </a:prstGeom>
            <a:gradFill rotWithShape="0">
              <a:gsLst>
                <a:gs pos="0">
                  <a:srgbClr val="FFFFFF"/>
                </a:gs>
                <a:gs pos="100000">
                  <a:srgbClr val="80D1FC"/>
                </a:gs>
              </a:gsLst>
              <a:lin ang="5400000"/>
            </a:gra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36360" bIns="3636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15" name="Google Shape;31;p5"/>
            <p:cNvSpPr/>
            <p:nvPr/>
          </p:nvSpPr>
          <p:spPr>
            <a:xfrm>
              <a:off x="8327880" y="790920"/>
              <a:ext cx="103320" cy="103320"/>
            </a:xfrm>
            <a:prstGeom prst="ellipse">
              <a:avLst/>
            </a:prstGeom>
            <a:gradFill rotWithShape="0">
              <a:gsLst>
                <a:gs pos="0">
                  <a:srgbClr val="FFFFFF"/>
                </a:gs>
                <a:gs pos="100000">
                  <a:srgbClr val="80D1FC"/>
                </a:gs>
              </a:gsLst>
              <a:lin ang="5400000"/>
            </a:gra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36360" bIns="3636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16" name="Google Shape;32;p5"/>
            <p:cNvSpPr/>
            <p:nvPr/>
          </p:nvSpPr>
          <p:spPr>
            <a:xfrm>
              <a:off x="8327880" y="1046880"/>
              <a:ext cx="103320" cy="103320"/>
            </a:xfrm>
            <a:prstGeom prst="ellipse">
              <a:avLst/>
            </a:prstGeom>
            <a:gradFill rotWithShape="0">
              <a:gsLst>
                <a:gs pos="0">
                  <a:srgbClr val="FFFFFF"/>
                </a:gs>
                <a:gs pos="100000">
                  <a:srgbClr val="80D1FC"/>
                </a:gs>
              </a:gsLst>
              <a:lin ang="5400000"/>
            </a:gra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36360" bIns="3636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</p:grpSp>
      <p:sp>
        <p:nvSpPr>
          <p:cNvPr id="117" name="PlaceHolder 1"/>
          <p:cNvSpPr>
            <a:spLocks noGrp="1"/>
          </p:cNvSpPr>
          <p:nvPr>
            <p:ph type="title"/>
          </p:nvPr>
        </p:nvSpPr>
        <p:spPr>
          <a:xfrm>
            <a:off x="1063440" y="534960"/>
            <a:ext cx="7364880" cy="5724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Autofit/>
          </a:bodyPr>
          <a:lstStyle/>
          <a:p>
            <a:pPr indent="0">
              <a:buNone/>
            </a:pPr>
            <a:r>
              <a:rPr lang="fr-FR" sz="2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_ONLY">
    <p:bg>
      <p:bgPr>
        <a:gradFill rotWithShape="0">
          <a:gsLst>
            <a:gs pos="0">
              <a:srgbClr val="FFFFFF"/>
            </a:gs>
            <a:gs pos="100000">
              <a:srgbClr val="CEEEFF"/>
            </a:gs>
          </a:gsLst>
          <a:lin ang="54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37;p6"/>
          <p:cNvSpPr/>
          <p:nvPr/>
        </p:nvSpPr>
        <p:spPr>
          <a:xfrm>
            <a:off x="714960" y="660600"/>
            <a:ext cx="348120" cy="263520"/>
          </a:xfrm>
          <a:custGeom>
            <a:avLst/>
            <a:gdLst>
              <a:gd name="textAreaLeft" fmla="*/ 0 w 348120"/>
              <a:gd name="textAreaRight" fmla="*/ 348480 w 348120"/>
              <a:gd name="textAreaTop" fmla="*/ 0 h 263520"/>
              <a:gd name="textAreaBottom" fmla="*/ 263880 h 263520"/>
            </a:gdLst>
            <a:ahLst/>
            <a:cxnLst/>
            <a:rect l="textAreaLeft" t="textAreaTop" r="textAreaRight" b="textAreaBottom"/>
            <a:pathLst>
              <a:path w="2439" h="1848">
                <a:moveTo>
                  <a:pt x="1580" y="1"/>
                </a:moveTo>
                <a:lnTo>
                  <a:pt x="1371" y="203"/>
                </a:lnTo>
                <a:lnTo>
                  <a:pt x="1919" y="780"/>
                </a:lnTo>
                <a:lnTo>
                  <a:pt x="1" y="780"/>
                </a:lnTo>
                <a:lnTo>
                  <a:pt x="1" y="1068"/>
                </a:lnTo>
                <a:lnTo>
                  <a:pt x="1919" y="1068"/>
                </a:lnTo>
                <a:lnTo>
                  <a:pt x="1371" y="1645"/>
                </a:lnTo>
                <a:lnTo>
                  <a:pt x="1580" y="1847"/>
                </a:lnTo>
                <a:lnTo>
                  <a:pt x="2439" y="924"/>
                </a:lnTo>
                <a:lnTo>
                  <a:pt x="1580" y="1"/>
                </a:lnTo>
                <a:close/>
              </a:path>
            </a:pathLst>
          </a:custGeom>
          <a:solidFill>
            <a:schemeClr val="dk1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grpSp>
        <p:nvGrpSpPr>
          <p:cNvPr id="119" name="Google Shape;38;p6"/>
          <p:cNvGrpSpPr/>
          <p:nvPr/>
        </p:nvGrpSpPr>
        <p:grpSpPr>
          <a:xfrm>
            <a:off x="8327880" y="534960"/>
            <a:ext cx="103320" cy="615240"/>
            <a:chOff x="8327880" y="534960"/>
            <a:chExt cx="103320" cy="615240"/>
          </a:xfrm>
        </p:grpSpPr>
        <p:sp>
          <p:nvSpPr>
            <p:cNvPr id="120" name="Google Shape;39;p6"/>
            <p:cNvSpPr/>
            <p:nvPr/>
          </p:nvSpPr>
          <p:spPr>
            <a:xfrm>
              <a:off x="8327880" y="534960"/>
              <a:ext cx="103320" cy="103320"/>
            </a:xfrm>
            <a:prstGeom prst="ellipse">
              <a:avLst/>
            </a:prstGeom>
            <a:gradFill rotWithShape="0">
              <a:gsLst>
                <a:gs pos="0">
                  <a:srgbClr val="FFFFFF"/>
                </a:gs>
                <a:gs pos="100000">
                  <a:srgbClr val="80D1FC"/>
                </a:gs>
              </a:gsLst>
              <a:lin ang="5400000"/>
            </a:gra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36360" bIns="3636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21" name="Google Shape;40;p6"/>
            <p:cNvSpPr/>
            <p:nvPr/>
          </p:nvSpPr>
          <p:spPr>
            <a:xfrm>
              <a:off x="8327880" y="790920"/>
              <a:ext cx="103320" cy="103320"/>
            </a:xfrm>
            <a:prstGeom prst="ellipse">
              <a:avLst/>
            </a:prstGeom>
            <a:gradFill rotWithShape="0">
              <a:gsLst>
                <a:gs pos="0">
                  <a:srgbClr val="FFFFFF"/>
                </a:gs>
                <a:gs pos="100000">
                  <a:srgbClr val="80D1FC"/>
                </a:gs>
              </a:gsLst>
              <a:lin ang="5400000"/>
            </a:gra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36360" bIns="3636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22" name="Google Shape;41;p6"/>
            <p:cNvSpPr/>
            <p:nvPr/>
          </p:nvSpPr>
          <p:spPr>
            <a:xfrm>
              <a:off x="8327880" y="1046880"/>
              <a:ext cx="103320" cy="103320"/>
            </a:xfrm>
            <a:prstGeom prst="ellipse">
              <a:avLst/>
            </a:prstGeom>
            <a:gradFill rotWithShape="0">
              <a:gsLst>
                <a:gs pos="0">
                  <a:srgbClr val="FFFFFF"/>
                </a:gs>
                <a:gs pos="100000">
                  <a:srgbClr val="80D1FC"/>
                </a:gs>
              </a:gsLst>
              <a:lin ang="5400000"/>
            </a:gra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36360" bIns="3636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</p:grpSp>
      <p:sp>
        <p:nvSpPr>
          <p:cNvPr id="123" name="PlaceHolder 1"/>
          <p:cNvSpPr>
            <a:spLocks noGrp="1"/>
          </p:cNvSpPr>
          <p:nvPr>
            <p:ph type="title"/>
          </p:nvPr>
        </p:nvSpPr>
        <p:spPr>
          <a:xfrm>
            <a:off x="1063440" y="534960"/>
            <a:ext cx="7364880" cy="5724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Autofit/>
          </a:bodyPr>
          <a:lstStyle/>
          <a:p>
            <a:pPr indent="0">
              <a:buNone/>
            </a:pPr>
            <a:r>
              <a:rPr lang="fr-FR" sz="2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ONE_COLUMN_TEXT">
    <p:bg>
      <p:bgPr>
        <a:gradFill rotWithShape="0">
          <a:gsLst>
            <a:gs pos="0">
              <a:srgbClr val="FFFFFF"/>
            </a:gs>
            <a:gs pos="100000">
              <a:srgbClr val="CEEEFF"/>
            </a:gs>
          </a:gsLst>
          <a:lin ang="54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24" name="Google Shape;44;p7"/>
          <p:cNvCxnSpPr/>
          <p:nvPr/>
        </p:nvCxnSpPr>
        <p:spPr>
          <a:xfrm flipV="1">
            <a:off x="707040" y="4605120"/>
            <a:ext cx="7724880" cy="6840"/>
          </a:xfrm>
          <a:prstGeom prst="straightConnector1">
            <a:avLst/>
          </a:prstGeom>
          <a:ln w="19050">
            <a:solidFill>
              <a:srgbClr val="191919"/>
            </a:solidFill>
            <a:round/>
          </a:ln>
        </p:spPr>
      </p:cxnSp>
      <p:sp>
        <p:nvSpPr>
          <p:cNvPr id="125" name="PlaceHolder 1"/>
          <p:cNvSpPr>
            <a:spLocks noGrp="1"/>
          </p:cNvSpPr>
          <p:nvPr>
            <p:ph type="body"/>
          </p:nvPr>
        </p:nvSpPr>
        <p:spPr>
          <a:xfrm>
            <a:off x="1904040" y="1517760"/>
            <a:ext cx="5335560" cy="253116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</a:p>
        </p:txBody>
      </p:sp>
      <p:sp>
        <p:nvSpPr>
          <p:cNvPr id="126" name="PlaceHolder 2"/>
          <p:cNvSpPr>
            <a:spLocks noGrp="1"/>
          </p:cNvSpPr>
          <p:nvPr>
            <p:ph type="title"/>
          </p:nvPr>
        </p:nvSpPr>
        <p:spPr>
          <a:xfrm>
            <a:off x="1063440" y="534960"/>
            <a:ext cx="7365240" cy="5724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Autofit/>
          </a:bodyPr>
          <a:lstStyle/>
          <a:p>
            <a:pPr indent="0">
              <a:buNone/>
            </a:pPr>
            <a:r>
              <a:rPr lang="fr-FR" sz="2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sp>
        <p:nvSpPr>
          <p:cNvPr id="127" name="Google Shape;47;p7"/>
          <p:cNvSpPr/>
          <p:nvPr/>
        </p:nvSpPr>
        <p:spPr>
          <a:xfrm>
            <a:off x="714960" y="660600"/>
            <a:ext cx="348120" cy="263520"/>
          </a:xfrm>
          <a:custGeom>
            <a:avLst/>
            <a:gdLst>
              <a:gd name="textAreaLeft" fmla="*/ 0 w 348120"/>
              <a:gd name="textAreaRight" fmla="*/ 348480 w 348120"/>
              <a:gd name="textAreaTop" fmla="*/ 0 h 263520"/>
              <a:gd name="textAreaBottom" fmla="*/ 263880 h 263520"/>
            </a:gdLst>
            <a:ahLst/>
            <a:cxnLst/>
            <a:rect l="textAreaLeft" t="textAreaTop" r="textAreaRight" b="textAreaBottom"/>
            <a:pathLst>
              <a:path w="2439" h="1848">
                <a:moveTo>
                  <a:pt x="1580" y="1"/>
                </a:moveTo>
                <a:lnTo>
                  <a:pt x="1371" y="203"/>
                </a:lnTo>
                <a:lnTo>
                  <a:pt x="1919" y="780"/>
                </a:lnTo>
                <a:lnTo>
                  <a:pt x="1" y="780"/>
                </a:lnTo>
                <a:lnTo>
                  <a:pt x="1" y="1068"/>
                </a:lnTo>
                <a:lnTo>
                  <a:pt x="1919" y="1068"/>
                </a:lnTo>
                <a:lnTo>
                  <a:pt x="1371" y="1645"/>
                </a:lnTo>
                <a:lnTo>
                  <a:pt x="1580" y="1847"/>
                </a:lnTo>
                <a:lnTo>
                  <a:pt x="2439" y="924"/>
                </a:lnTo>
                <a:lnTo>
                  <a:pt x="1580" y="1"/>
                </a:lnTo>
                <a:close/>
              </a:path>
            </a:pathLst>
          </a:custGeom>
          <a:solidFill>
            <a:schemeClr val="dk1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grpSp>
        <p:nvGrpSpPr>
          <p:cNvPr id="128" name="Google Shape;48;p7"/>
          <p:cNvGrpSpPr/>
          <p:nvPr/>
        </p:nvGrpSpPr>
        <p:grpSpPr>
          <a:xfrm>
            <a:off x="8327880" y="534960"/>
            <a:ext cx="103320" cy="615240"/>
            <a:chOff x="8327880" y="534960"/>
            <a:chExt cx="103320" cy="615240"/>
          </a:xfrm>
        </p:grpSpPr>
        <p:sp>
          <p:nvSpPr>
            <p:cNvPr id="129" name="Google Shape;49;p7"/>
            <p:cNvSpPr/>
            <p:nvPr/>
          </p:nvSpPr>
          <p:spPr>
            <a:xfrm>
              <a:off x="8327880" y="534960"/>
              <a:ext cx="103320" cy="103320"/>
            </a:xfrm>
            <a:prstGeom prst="ellipse">
              <a:avLst/>
            </a:prstGeom>
            <a:gradFill rotWithShape="0">
              <a:gsLst>
                <a:gs pos="0">
                  <a:srgbClr val="FFFFFF"/>
                </a:gs>
                <a:gs pos="100000">
                  <a:srgbClr val="80D1FC"/>
                </a:gs>
              </a:gsLst>
              <a:lin ang="5400000"/>
            </a:gra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36360" bIns="3636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30" name="Google Shape;50;p7"/>
            <p:cNvSpPr/>
            <p:nvPr/>
          </p:nvSpPr>
          <p:spPr>
            <a:xfrm>
              <a:off x="8327880" y="790920"/>
              <a:ext cx="103320" cy="103320"/>
            </a:xfrm>
            <a:prstGeom prst="ellipse">
              <a:avLst/>
            </a:prstGeom>
            <a:gradFill rotWithShape="0">
              <a:gsLst>
                <a:gs pos="0">
                  <a:srgbClr val="FFFFFF"/>
                </a:gs>
                <a:gs pos="100000">
                  <a:srgbClr val="80D1FC"/>
                </a:gs>
              </a:gsLst>
              <a:lin ang="5400000"/>
            </a:gra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36360" bIns="3636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31" name="Google Shape;51;p7"/>
            <p:cNvSpPr/>
            <p:nvPr/>
          </p:nvSpPr>
          <p:spPr>
            <a:xfrm>
              <a:off x="8327880" y="1046880"/>
              <a:ext cx="103320" cy="103320"/>
            </a:xfrm>
            <a:prstGeom prst="ellipse">
              <a:avLst/>
            </a:prstGeom>
            <a:gradFill rotWithShape="0">
              <a:gsLst>
                <a:gs pos="0">
                  <a:srgbClr val="FFFFFF"/>
                </a:gs>
                <a:gs pos="100000">
                  <a:srgbClr val="80D1FC"/>
                </a:gs>
              </a:gsLst>
              <a:lin ang="5400000"/>
            </a:gra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36360" bIns="3636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</p:grp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MAIN_POINT">
    <p:bg>
      <p:bgPr>
        <a:solidFill>
          <a:schemeClr val="dk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PlaceHolder 1"/>
          <p:cNvSpPr>
            <a:spLocks noGrp="1"/>
          </p:cNvSpPr>
          <p:nvPr>
            <p:ph type="title"/>
          </p:nvPr>
        </p:nvSpPr>
        <p:spPr>
          <a:xfrm>
            <a:off x="1974600" y="1245600"/>
            <a:ext cx="5194080" cy="25290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noAutofit/>
          </a:bodyPr>
          <a:lstStyle/>
          <a:p>
            <a:pPr indent="0">
              <a:buNone/>
            </a:pPr>
            <a:r>
              <a:rPr lang="fr-FR" sz="60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grpSp>
        <p:nvGrpSpPr>
          <p:cNvPr id="133" name="Google Shape;54;p8"/>
          <p:cNvGrpSpPr/>
          <p:nvPr/>
        </p:nvGrpSpPr>
        <p:grpSpPr>
          <a:xfrm>
            <a:off x="714960" y="534960"/>
            <a:ext cx="103320" cy="615240"/>
            <a:chOff x="714960" y="534960"/>
            <a:chExt cx="103320" cy="615240"/>
          </a:xfrm>
        </p:grpSpPr>
        <p:sp>
          <p:nvSpPr>
            <p:cNvPr id="134" name="Google Shape;55;p8"/>
            <p:cNvSpPr/>
            <p:nvPr/>
          </p:nvSpPr>
          <p:spPr>
            <a:xfrm>
              <a:off x="714960" y="534960"/>
              <a:ext cx="103320" cy="103320"/>
            </a:xfrm>
            <a:prstGeom prst="ellipse">
              <a:avLst/>
            </a:prstGeom>
            <a:gradFill rotWithShape="0">
              <a:gsLst>
                <a:gs pos="0">
                  <a:srgbClr val="FFFFFF"/>
                </a:gs>
                <a:gs pos="100000">
                  <a:srgbClr val="80D1FC"/>
                </a:gs>
              </a:gsLst>
              <a:lin ang="5400000"/>
            </a:gra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36360" bIns="3636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35" name="Google Shape;56;p8"/>
            <p:cNvSpPr/>
            <p:nvPr/>
          </p:nvSpPr>
          <p:spPr>
            <a:xfrm>
              <a:off x="714960" y="790920"/>
              <a:ext cx="103320" cy="103320"/>
            </a:xfrm>
            <a:prstGeom prst="ellipse">
              <a:avLst/>
            </a:prstGeom>
            <a:gradFill rotWithShape="0">
              <a:gsLst>
                <a:gs pos="0">
                  <a:srgbClr val="FFFFFF"/>
                </a:gs>
                <a:gs pos="100000">
                  <a:srgbClr val="80D1FC"/>
                </a:gs>
              </a:gsLst>
              <a:lin ang="5400000"/>
            </a:gra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36360" bIns="3636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36" name="Google Shape;57;p8"/>
            <p:cNvSpPr/>
            <p:nvPr/>
          </p:nvSpPr>
          <p:spPr>
            <a:xfrm>
              <a:off x="714960" y="1046880"/>
              <a:ext cx="103320" cy="103320"/>
            </a:xfrm>
            <a:prstGeom prst="ellipse">
              <a:avLst/>
            </a:prstGeom>
            <a:gradFill rotWithShape="0">
              <a:gsLst>
                <a:gs pos="0">
                  <a:srgbClr val="FFFFFF"/>
                </a:gs>
                <a:gs pos="100000">
                  <a:srgbClr val="80D1FC"/>
                </a:gs>
              </a:gsLst>
              <a:lin ang="5400000"/>
            </a:gra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36360" bIns="3636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</p:grpSp>
      <p:cxnSp>
        <p:nvCxnSpPr>
          <p:cNvPr id="137" name="Google Shape;58;p8"/>
          <p:cNvCxnSpPr/>
          <p:nvPr/>
        </p:nvCxnSpPr>
        <p:spPr>
          <a:xfrm flipV="1">
            <a:off x="707040" y="4605120"/>
            <a:ext cx="7724880" cy="6840"/>
          </a:xfrm>
          <a:prstGeom prst="straightConnector1">
            <a:avLst/>
          </a:prstGeom>
          <a:ln w="19050">
            <a:solidFill>
              <a:srgbClr val="FFFFFF"/>
            </a:solidFill>
            <a:round/>
          </a:ln>
        </p:spPr>
      </p:cxn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SECTION_TITLE_AND_DESCRIPTION">
    <p:bg>
      <p:bgPr>
        <a:solidFill>
          <a:schemeClr val="dk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PlaceHolder 1"/>
          <p:cNvSpPr>
            <a:spLocks noGrp="1"/>
          </p:cNvSpPr>
          <p:nvPr>
            <p:ph type="title"/>
          </p:nvPr>
        </p:nvSpPr>
        <p:spPr>
          <a:xfrm>
            <a:off x="3920040" y="1716840"/>
            <a:ext cx="3963600" cy="5677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Autofit/>
          </a:bodyPr>
          <a:lstStyle/>
          <a:p>
            <a:pPr indent="0">
              <a:buNone/>
            </a:pPr>
            <a:r>
              <a:rPr lang="fr-FR" sz="2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cxnSp>
        <p:nvCxnSpPr>
          <p:cNvPr id="139" name="Google Shape;62;p9"/>
          <p:cNvCxnSpPr/>
          <p:nvPr/>
        </p:nvCxnSpPr>
        <p:spPr>
          <a:xfrm flipV="1">
            <a:off x="707040" y="531360"/>
            <a:ext cx="7724880" cy="7200"/>
          </a:xfrm>
          <a:prstGeom prst="straightConnector1">
            <a:avLst/>
          </a:prstGeom>
          <a:ln w="19050">
            <a:solidFill>
              <a:srgbClr val="CEEEFF"/>
            </a:solidFill>
            <a:round/>
          </a:ln>
        </p:spPr>
      </p:cxnSp>
      <p:grpSp>
        <p:nvGrpSpPr>
          <p:cNvPr id="140" name="Google Shape;63;p9"/>
          <p:cNvGrpSpPr/>
          <p:nvPr/>
        </p:nvGrpSpPr>
        <p:grpSpPr>
          <a:xfrm>
            <a:off x="714960" y="817560"/>
            <a:ext cx="103320" cy="615600"/>
            <a:chOff x="714960" y="817560"/>
            <a:chExt cx="103320" cy="615600"/>
          </a:xfrm>
        </p:grpSpPr>
        <p:sp>
          <p:nvSpPr>
            <p:cNvPr id="141" name="Google Shape;64;p9"/>
            <p:cNvSpPr/>
            <p:nvPr/>
          </p:nvSpPr>
          <p:spPr>
            <a:xfrm>
              <a:off x="714960" y="817560"/>
              <a:ext cx="103320" cy="103320"/>
            </a:xfrm>
            <a:prstGeom prst="ellipse">
              <a:avLst/>
            </a:prstGeom>
            <a:gradFill rotWithShape="0">
              <a:gsLst>
                <a:gs pos="0">
                  <a:srgbClr val="FFFFFF"/>
                </a:gs>
                <a:gs pos="100000">
                  <a:srgbClr val="80D1FC"/>
                </a:gs>
              </a:gsLst>
              <a:lin ang="5400000"/>
            </a:gra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36360" bIns="3636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42" name="Google Shape;65;p9"/>
            <p:cNvSpPr/>
            <p:nvPr/>
          </p:nvSpPr>
          <p:spPr>
            <a:xfrm>
              <a:off x="714960" y="1073520"/>
              <a:ext cx="103320" cy="103320"/>
            </a:xfrm>
            <a:prstGeom prst="ellipse">
              <a:avLst/>
            </a:prstGeom>
            <a:gradFill rotWithShape="0">
              <a:gsLst>
                <a:gs pos="0">
                  <a:srgbClr val="FFFFFF"/>
                </a:gs>
                <a:gs pos="100000">
                  <a:srgbClr val="80D1FC"/>
                </a:gs>
              </a:gsLst>
              <a:lin ang="5400000"/>
            </a:gra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36360" bIns="3636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43" name="Google Shape;66;p9"/>
            <p:cNvSpPr/>
            <p:nvPr/>
          </p:nvSpPr>
          <p:spPr>
            <a:xfrm>
              <a:off x="714960" y="1329840"/>
              <a:ext cx="103320" cy="103320"/>
            </a:xfrm>
            <a:prstGeom prst="ellipse">
              <a:avLst/>
            </a:prstGeom>
            <a:gradFill rotWithShape="0">
              <a:gsLst>
                <a:gs pos="0">
                  <a:srgbClr val="FFFFFF"/>
                </a:gs>
                <a:gs pos="100000">
                  <a:srgbClr val="80D1FC"/>
                </a:gs>
              </a:gsLst>
              <a:lin ang="5400000"/>
            </a:gra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36360" bIns="3636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</p:grpSp>
      <p:cxnSp>
        <p:nvCxnSpPr>
          <p:cNvPr id="144" name="Google Shape;67;p9"/>
          <p:cNvCxnSpPr/>
          <p:nvPr/>
        </p:nvCxnSpPr>
        <p:spPr>
          <a:xfrm flipV="1">
            <a:off x="707040" y="4605120"/>
            <a:ext cx="7724880" cy="6840"/>
          </a:xfrm>
          <a:prstGeom prst="straightConnector1">
            <a:avLst/>
          </a:prstGeom>
          <a:ln w="19050">
            <a:solidFill>
              <a:srgbClr val="CEEEFF"/>
            </a:solidFill>
            <a:round/>
          </a:ln>
        </p:spPr>
      </p:cxn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APTION_ONLY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PlaceHolder 1"/>
          <p:cNvSpPr>
            <a:spLocks noGrp="1"/>
          </p:cNvSpPr>
          <p:nvPr>
            <p:ph type="title"/>
          </p:nvPr>
        </p:nvSpPr>
        <p:spPr>
          <a:xfrm>
            <a:off x="720000" y="3710520"/>
            <a:ext cx="3440520" cy="81468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noAutofit/>
          </a:bodyPr>
          <a:lstStyle/>
          <a:p>
            <a:pPr indent="0">
              <a:buNone/>
            </a:pPr>
            <a:r>
              <a:rPr lang="fr-FR" sz="24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cxnSp>
        <p:nvCxnSpPr>
          <p:cNvPr id="146" name="Google Shape;70;p10"/>
          <p:cNvCxnSpPr/>
          <p:nvPr/>
        </p:nvCxnSpPr>
        <p:spPr>
          <a:xfrm flipV="1">
            <a:off x="707040" y="4605120"/>
            <a:ext cx="7724880" cy="6840"/>
          </a:xfrm>
          <a:prstGeom prst="straightConnector1">
            <a:avLst/>
          </a:prstGeom>
          <a:ln w="19050">
            <a:solidFill>
              <a:srgbClr val="FFFFFF"/>
            </a:solidFill>
            <a:round/>
          </a:ln>
        </p:spPr>
      </p:cxnSp>
      <p:sp>
        <p:nvSpPr>
          <p:cNvPr id="147" name="Google Shape;71;p10"/>
          <p:cNvSpPr/>
          <p:nvPr/>
        </p:nvSpPr>
        <p:spPr>
          <a:xfrm>
            <a:off x="7707600" y="736920"/>
            <a:ext cx="720720" cy="720720"/>
          </a:xfrm>
          <a:prstGeom prst="star8">
            <a:avLst>
              <a:gd name="adj" fmla="val 12365"/>
            </a:avLst>
          </a:prstGeom>
          <a:gradFill rotWithShape="0">
            <a:gsLst>
              <a:gs pos="0">
                <a:srgbClr val="FFFFFF"/>
              </a:gs>
              <a:gs pos="100000">
                <a:srgbClr val="80D1FC"/>
              </a:gs>
            </a:gsLst>
            <a:lin ang="5400000"/>
          </a:gra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82440" bIns="824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grpSp>
        <p:nvGrpSpPr>
          <p:cNvPr id="148" name="Google Shape;72;p10"/>
          <p:cNvGrpSpPr/>
          <p:nvPr/>
        </p:nvGrpSpPr>
        <p:grpSpPr>
          <a:xfrm>
            <a:off x="720000" y="736920"/>
            <a:ext cx="103320" cy="615240"/>
            <a:chOff x="720000" y="736920"/>
            <a:chExt cx="103320" cy="615240"/>
          </a:xfrm>
        </p:grpSpPr>
        <p:sp>
          <p:nvSpPr>
            <p:cNvPr id="149" name="Google Shape;73;p10"/>
            <p:cNvSpPr/>
            <p:nvPr/>
          </p:nvSpPr>
          <p:spPr>
            <a:xfrm>
              <a:off x="720000" y="736920"/>
              <a:ext cx="103320" cy="103320"/>
            </a:xfrm>
            <a:prstGeom prst="ellipse">
              <a:avLst/>
            </a:prstGeom>
            <a:gradFill rotWithShape="0">
              <a:gsLst>
                <a:gs pos="0">
                  <a:srgbClr val="FFFFFF"/>
                </a:gs>
                <a:gs pos="100000">
                  <a:srgbClr val="80D1FC"/>
                </a:gs>
              </a:gsLst>
              <a:lin ang="5400000"/>
            </a:gra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36360" bIns="3636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50" name="Google Shape;74;p10"/>
            <p:cNvSpPr/>
            <p:nvPr/>
          </p:nvSpPr>
          <p:spPr>
            <a:xfrm>
              <a:off x="720000" y="992880"/>
              <a:ext cx="103320" cy="103320"/>
            </a:xfrm>
            <a:prstGeom prst="ellipse">
              <a:avLst/>
            </a:prstGeom>
            <a:gradFill rotWithShape="0">
              <a:gsLst>
                <a:gs pos="0">
                  <a:srgbClr val="FFFFFF"/>
                </a:gs>
                <a:gs pos="100000">
                  <a:srgbClr val="80D1FC"/>
                </a:gs>
              </a:gsLst>
              <a:lin ang="5400000"/>
            </a:gra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36360" bIns="3636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51" name="Google Shape;75;p10"/>
            <p:cNvSpPr/>
            <p:nvPr/>
          </p:nvSpPr>
          <p:spPr>
            <a:xfrm>
              <a:off x="720000" y="1248840"/>
              <a:ext cx="103320" cy="103320"/>
            </a:xfrm>
            <a:prstGeom prst="ellipse">
              <a:avLst/>
            </a:prstGeom>
            <a:gradFill rotWithShape="0">
              <a:gsLst>
                <a:gs pos="0">
                  <a:srgbClr val="FFFFFF"/>
                </a:gs>
                <a:gs pos="100000">
                  <a:srgbClr val="80D1FC"/>
                </a:gs>
              </a:gsLst>
              <a:lin ang="5400000"/>
            </a:gra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36360" bIns="3636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</p:grp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simple-light-2">
    <p:bg>
      <p:bgPr>
        <a:solidFill>
          <a:schemeClr val="dk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Default">
    <p:bg>
      <p:bgPr>
        <a:solidFill>
          <a:schemeClr val="dk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217;p32"/>
          <p:cNvSpPr/>
          <p:nvPr/>
        </p:nvSpPr>
        <p:spPr>
          <a:xfrm>
            <a:off x="0" y="-10440"/>
            <a:ext cx="9143640" cy="1180440"/>
          </a:xfrm>
          <a:prstGeom prst="rect">
            <a:avLst/>
          </a:prstGeom>
          <a:solidFill>
            <a:schemeClr val="accent2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153" name="PlaceHolder 1"/>
          <p:cNvSpPr>
            <a:spLocks noGrp="1"/>
          </p:cNvSpPr>
          <p:nvPr>
            <p:ph type="title"/>
          </p:nvPr>
        </p:nvSpPr>
        <p:spPr>
          <a:xfrm>
            <a:off x="713160" y="539640"/>
            <a:ext cx="7717320" cy="48204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>
              <a:buNone/>
            </a:pPr>
            <a:r>
              <a:rPr lang="fr-FR" sz="2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Default 1">
    <p:bg>
      <p:bgPr>
        <a:solidFill>
          <a:schemeClr val="dk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220;p33"/>
          <p:cNvSpPr/>
          <p:nvPr/>
        </p:nvSpPr>
        <p:spPr>
          <a:xfrm>
            <a:off x="0" y="-10440"/>
            <a:ext cx="9143640" cy="1180440"/>
          </a:xfrm>
          <a:prstGeom prst="rect">
            <a:avLst/>
          </a:prstGeom>
          <a:solidFill>
            <a:schemeClr val="accent2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155" name="PlaceHolder 1"/>
          <p:cNvSpPr>
            <a:spLocks noGrp="1"/>
          </p:cNvSpPr>
          <p:nvPr>
            <p:ph type="title"/>
          </p:nvPr>
        </p:nvSpPr>
        <p:spPr>
          <a:xfrm>
            <a:off x="728640" y="539640"/>
            <a:ext cx="3347280" cy="48204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>
              <a:buNone/>
            </a:pPr>
            <a:r>
              <a:rPr lang="fr-FR" sz="2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sp>
        <p:nvSpPr>
          <p:cNvPr id="156" name="PlaceHolder 2"/>
          <p:cNvSpPr>
            <a:spLocks noGrp="1"/>
          </p:cNvSpPr>
          <p:nvPr>
            <p:ph type="title"/>
          </p:nvPr>
        </p:nvSpPr>
        <p:spPr>
          <a:xfrm>
            <a:off x="4977720" y="539640"/>
            <a:ext cx="3458160" cy="48204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>
              <a:buNone/>
            </a:pPr>
            <a:r>
              <a:rPr lang="fr-FR" sz="2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1.xml"/><Relationship Id="rId2" Type="http://schemas.openxmlformats.org/officeDocument/2006/relationships/slideLayout" Target="../slideLayouts/slideLayout30.xml"/><Relationship Id="rId1" Type="http://schemas.openxmlformats.org/officeDocument/2006/relationships/slideLayout" Target="../slideLayouts/slideLayout29.xml"/><Relationship Id="rId4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  <p:sldLayoutId id="2147483666" r:id="rId18"/>
    <p:sldLayoutId id="2147483667" r:id="rId19"/>
    <p:sldLayoutId id="2147483668" r:id="rId20"/>
    <p:sldLayoutId id="2147483669" r:id="rId21"/>
    <p:sldLayoutId id="2147483670" r:id="rId22"/>
    <p:sldLayoutId id="2147483671" r:id="rId23"/>
    <p:sldLayoutId id="2147483672" r:id="rId24"/>
    <p:sldLayoutId id="2147483673" r:id="rId25"/>
    <p:sldLayoutId id="2147483674" r:id="rId26"/>
    <p:sldLayoutId id="2147483675" r:id="rId27"/>
    <p:sldLayoutId id="2147483676" r:id="rId28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78" r:id="rId1"/>
    <p:sldLayoutId id="2147483679" r:id="rId2"/>
    <p:sldLayoutId id="2147483680" r:id="rId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9191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PlaceHolder 1"/>
          <p:cNvSpPr>
            <a:spLocks noGrp="1"/>
          </p:cNvSpPr>
          <p:nvPr>
            <p:ph type="title"/>
          </p:nvPr>
        </p:nvSpPr>
        <p:spPr>
          <a:xfrm>
            <a:off x="600120" y="685800"/>
            <a:ext cx="5124240" cy="218088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normAutofit fontScale="90000"/>
          </a:bodyPr>
          <a:lstStyle/>
          <a:p>
            <a:pPr indent="0">
              <a:lnSpc>
                <a:spcPct val="90000"/>
              </a:lnSpc>
              <a:buNone/>
              <a:tabLst>
                <a:tab pos="0" algn="l"/>
              </a:tabLst>
            </a:pPr>
            <a:r>
              <a:rPr lang="en-US" sz="8000" b="1" u="none" strike="noStrike">
                <a:solidFill>
                  <a:schemeClr val="lt1"/>
                </a:solidFill>
                <a:effectLst/>
                <a:uFillTx/>
                <a:latin typeface="Space Grotesk"/>
                <a:ea typeface="Space Grotesk"/>
              </a:rPr>
              <a:t>Discounts Impact</a:t>
            </a:r>
            <a:endParaRPr lang="fr-FR" sz="80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158" name="PlaceHolder 2"/>
          <p:cNvSpPr>
            <a:spLocks noGrp="1"/>
          </p:cNvSpPr>
          <p:nvPr>
            <p:ph type="subTitle"/>
          </p:nvPr>
        </p:nvSpPr>
        <p:spPr>
          <a:xfrm>
            <a:off x="0" y="3552840"/>
            <a:ext cx="8429400" cy="609120"/>
          </a:xfrm>
          <a:prstGeom prst="rect">
            <a:avLst/>
          </a:prstGeom>
          <a:gradFill rotWithShape="0">
            <a:gsLst>
              <a:gs pos="0">
                <a:srgbClr val="FFFFFF"/>
              </a:gs>
              <a:gs pos="100000">
                <a:srgbClr val="CEEEFF"/>
              </a:gs>
            </a:gsLst>
            <a:lin ang="5400000"/>
          </a:gradFill>
          <a:ln w="0">
            <a:noFill/>
          </a:ln>
        </p:spPr>
        <p:txBody>
          <a:bodyPr lIns="91440" tIns="91440" rIns="91440" bIns="91440" anchor="ctr">
            <a:normAutofit/>
          </a:bodyPr>
          <a:lstStyle/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200" b="0" u="none" strike="noStrike">
                <a:solidFill>
                  <a:schemeClr val="dk1"/>
                </a:solidFill>
                <a:effectLst/>
                <a:uFillTx/>
                <a:latin typeface="Open Sans"/>
                <a:ea typeface="Open Sans"/>
              </a:rPr>
              <a:t>Statistical analysis of discounts effect on profitability using Superstore dataset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159" name="Google Shape;229;p34"/>
          <p:cNvSpPr/>
          <p:nvPr/>
        </p:nvSpPr>
        <p:spPr>
          <a:xfrm>
            <a:off x="714960" y="3668400"/>
            <a:ext cx="484920" cy="367200"/>
          </a:xfrm>
          <a:custGeom>
            <a:avLst/>
            <a:gdLst>
              <a:gd name="textAreaLeft" fmla="*/ 0 w 484920"/>
              <a:gd name="textAreaRight" fmla="*/ 485280 w 484920"/>
              <a:gd name="textAreaTop" fmla="*/ 0 h 367200"/>
              <a:gd name="textAreaBottom" fmla="*/ 367560 h 367200"/>
            </a:gdLst>
            <a:ahLst/>
            <a:cxnLst/>
            <a:rect l="textAreaLeft" t="textAreaTop" r="textAreaRight" b="textAreaBottom"/>
            <a:pathLst>
              <a:path w="2439" h="1848">
                <a:moveTo>
                  <a:pt x="1580" y="1"/>
                </a:moveTo>
                <a:lnTo>
                  <a:pt x="1371" y="203"/>
                </a:lnTo>
                <a:lnTo>
                  <a:pt x="1919" y="780"/>
                </a:lnTo>
                <a:lnTo>
                  <a:pt x="1" y="780"/>
                </a:lnTo>
                <a:lnTo>
                  <a:pt x="1" y="1068"/>
                </a:lnTo>
                <a:lnTo>
                  <a:pt x="1919" y="1068"/>
                </a:lnTo>
                <a:lnTo>
                  <a:pt x="1371" y="1645"/>
                </a:lnTo>
                <a:lnTo>
                  <a:pt x="1580" y="1847"/>
                </a:lnTo>
                <a:lnTo>
                  <a:pt x="2439" y="924"/>
                </a:lnTo>
                <a:lnTo>
                  <a:pt x="1580" y="1"/>
                </a:lnTo>
                <a:close/>
              </a:path>
            </a:pathLst>
          </a:custGeom>
          <a:solidFill>
            <a:schemeClr val="dk1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grpSp>
        <p:nvGrpSpPr>
          <p:cNvPr id="160" name="Google Shape;230;p34"/>
          <p:cNvGrpSpPr/>
          <p:nvPr/>
        </p:nvGrpSpPr>
        <p:grpSpPr>
          <a:xfrm>
            <a:off x="8325000" y="817560"/>
            <a:ext cx="103320" cy="615600"/>
            <a:chOff x="8325000" y="817560"/>
            <a:chExt cx="103320" cy="615600"/>
          </a:xfrm>
        </p:grpSpPr>
        <p:sp>
          <p:nvSpPr>
            <p:cNvPr id="161" name="Google Shape;231;p34"/>
            <p:cNvSpPr/>
            <p:nvPr/>
          </p:nvSpPr>
          <p:spPr>
            <a:xfrm>
              <a:off x="8325000" y="817560"/>
              <a:ext cx="103320" cy="103320"/>
            </a:xfrm>
            <a:prstGeom prst="ellipse">
              <a:avLst/>
            </a:prstGeom>
            <a:gradFill rotWithShape="0">
              <a:gsLst>
                <a:gs pos="0">
                  <a:srgbClr val="FFFFFF"/>
                </a:gs>
                <a:gs pos="100000">
                  <a:srgbClr val="80D1FC"/>
                </a:gs>
              </a:gsLst>
              <a:lin ang="5400000"/>
            </a:gra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36360" bIns="3636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62" name="Google Shape;232;p34"/>
            <p:cNvSpPr/>
            <p:nvPr/>
          </p:nvSpPr>
          <p:spPr>
            <a:xfrm>
              <a:off x="8325000" y="1073520"/>
              <a:ext cx="103320" cy="103320"/>
            </a:xfrm>
            <a:prstGeom prst="ellipse">
              <a:avLst/>
            </a:prstGeom>
            <a:gradFill rotWithShape="0">
              <a:gsLst>
                <a:gs pos="0">
                  <a:srgbClr val="FFFFFF"/>
                </a:gs>
                <a:gs pos="100000">
                  <a:srgbClr val="80D1FC"/>
                </a:gs>
              </a:gsLst>
              <a:lin ang="5400000"/>
            </a:gra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36360" bIns="3636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63" name="Google Shape;233;p34"/>
            <p:cNvSpPr/>
            <p:nvPr/>
          </p:nvSpPr>
          <p:spPr>
            <a:xfrm>
              <a:off x="8325000" y="1329840"/>
              <a:ext cx="103320" cy="103320"/>
            </a:xfrm>
            <a:prstGeom prst="ellipse">
              <a:avLst/>
            </a:prstGeom>
            <a:gradFill rotWithShape="0">
              <a:gsLst>
                <a:gs pos="0">
                  <a:srgbClr val="FFFFFF"/>
                </a:gs>
                <a:gs pos="100000">
                  <a:srgbClr val="80D1FC"/>
                </a:gs>
              </a:gsLst>
              <a:lin ang="5400000"/>
            </a:gra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36360" bIns="3636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</p:grpSp>
      <p:sp>
        <p:nvSpPr>
          <p:cNvPr id="164" name="Google Shape;234;p34"/>
          <p:cNvSpPr/>
          <p:nvPr/>
        </p:nvSpPr>
        <p:spPr>
          <a:xfrm>
            <a:off x="8058240" y="2400480"/>
            <a:ext cx="723600" cy="723600"/>
          </a:xfrm>
          <a:prstGeom prst="rect">
            <a:avLst/>
          </a:prstGeom>
          <a:gradFill rotWithShape="0">
            <a:gsLst>
              <a:gs pos="0">
                <a:srgbClr val="FFFFFF"/>
              </a:gs>
              <a:gs pos="100000">
                <a:srgbClr val="80D1FC"/>
              </a:gs>
            </a:gsLst>
            <a:lin ang="5400000"/>
          </a:gra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870823080" tIns="361800" rIns="870823080" bIns="361800" anchor="ctr">
            <a:normAutofit fontScale="25000" lnSpcReduction="20000"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fr-FR" sz="1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PlaceHolder 1"/>
          <p:cNvSpPr>
            <a:spLocks noGrp="1"/>
          </p:cNvSpPr>
          <p:nvPr>
            <p:ph type="title"/>
          </p:nvPr>
        </p:nvSpPr>
        <p:spPr>
          <a:xfrm>
            <a:off x="704880" y="533520"/>
            <a:ext cx="3866760" cy="144756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rmAutofit/>
          </a:bodyPr>
          <a:lstStyle/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600" b="1" u="none" strike="noStrike">
                <a:solidFill>
                  <a:schemeClr val="dk1"/>
                </a:solidFill>
                <a:effectLst/>
                <a:uFillTx/>
                <a:latin typeface="Space Grotesk"/>
                <a:ea typeface="Space Grotesk"/>
              </a:rPr>
              <a:t>Introduction</a:t>
            </a:r>
            <a:endParaRPr lang="fr-FR" sz="2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166" name="PlaceHolder 2"/>
          <p:cNvSpPr>
            <a:spLocks noGrp="1"/>
          </p:cNvSpPr>
          <p:nvPr>
            <p:ph/>
          </p:nvPr>
        </p:nvSpPr>
        <p:spPr>
          <a:xfrm>
            <a:off x="633137" y="1551358"/>
            <a:ext cx="7590034" cy="2040783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rmAutofit lnSpcReduction="9999"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  <a:tabLst>
                <a:tab pos="0" algn="l"/>
              </a:tabLst>
            </a:pPr>
            <a:r>
              <a:rPr lang="en-US" sz="1400" b="0" u="none" strike="noStrike" dirty="0">
                <a:solidFill>
                  <a:schemeClr val="dk1"/>
                </a:solidFill>
                <a:effectLst/>
                <a:uFillTx/>
                <a:latin typeface="Open Sans"/>
                <a:ea typeface="Open Sans"/>
              </a:rPr>
              <a:t>The project examines how discounting influences </a:t>
            </a:r>
            <a:r>
              <a:rPr lang="en-US" sz="1400" b="0" i="1" u="none" strike="noStrike" dirty="0">
                <a:solidFill>
                  <a:schemeClr val="dk1"/>
                </a:solidFill>
                <a:effectLst/>
                <a:uFillTx/>
                <a:latin typeface="Open Sans"/>
                <a:ea typeface="Open Sans"/>
              </a:rPr>
              <a:t>profitability</a:t>
            </a:r>
            <a:r>
              <a:rPr lang="en-US" sz="1400" b="0" u="none" strike="noStrike" dirty="0">
                <a:solidFill>
                  <a:schemeClr val="dk1"/>
                </a:solidFill>
                <a:effectLst/>
                <a:uFillTx/>
                <a:latin typeface="Open Sans"/>
                <a:ea typeface="Open Sans"/>
              </a:rPr>
              <a:t> using a 51,000+ record Superstore dataset. </a:t>
            </a:r>
            <a:endParaRPr lang="fr-FR" sz="14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  <a:tabLst>
                <a:tab pos="0" algn="l"/>
              </a:tabLst>
            </a:pPr>
            <a:endParaRPr lang="fr-FR" sz="14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  <a:tabLst>
                <a:tab pos="0" algn="l"/>
              </a:tabLst>
            </a:pPr>
            <a:r>
              <a:rPr lang="en-US" sz="1400" b="0" u="none" strike="noStrike" dirty="0">
                <a:solidFill>
                  <a:schemeClr val="dk1"/>
                </a:solidFill>
                <a:effectLst/>
                <a:uFillTx/>
                <a:latin typeface="Open Sans"/>
                <a:ea typeface="Open Sans"/>
              </a:rPr>
              <a:t>Aimed at providing </a:t>
            </a:r>
            <a:r>
              <a:rPr lang="en-US" sz="1400" b="1" u="none" strike="noStrike" dirty="0">
                <a:solidFill>
                  <a:schemeClr val="dk1"/>
                </a:solidFill>
                <a:effectLst/>
                <a:uFillTx/>
                <a:latin typeface="Open Sans"/>
                <a:ea typeface="Open Sans"/>
              </a:rPr>
              <a:t>actionable insights</a:t>
            </a:r>
            <a:r>
              <a:rPr lang="en-US" sz="1400" b="0" u="none" strike="noStrike" dirty="0">
                <a:solidFill>
                  <a:schemeClr val="dk1"/>
                </a:solidFill>
                <a:effectLst/>
                <a:uFillTx/>
                <a:latin typeface="Open Sans"/>
                <a:ea typeface="Open Sans"/>
              </a:rPr>
              <a:t> for pricing and promotion strategies to improve margins and reduce loss-making items.</a:t>
            </a:r>
            <a:endParaRPr lang="fr-FR" sz="14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Rectangle 167"/>
          <p:cNvSpPr/>
          <p:nvPr/>
        </p:nvSpPr>
        <p:spPr>
          <a:xfrm>
            <a:off x="5048280" y="476280"/>
            <a:ext cx="2285640" cy="9522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t">
            <a:sp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50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01</a:t>
            </a:r>
            <a:endParaRPr lang="en-US" sz="50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169" name="Rectangle 168"/>
          <p:cNvSpPr/>
          <p:nvPr/>
        </p:nvSpPr>
        <p:spPr>
          <a:xfrm>
            <a:off x="5048280" y="1428840"/>
            <a:ext cx="3619080" cy="14284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b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4000" b="1" u="none" strike="noStrike">
                <a:solidFill>
                  <a:schemeClr val="dk1"/>
                </a:solidFill>
                <a:effectLst/>
                <a:uFillTx/>
                <a:latin typeface="Space Grotesk"/>
              </a:rPr>
              <a:t>Analysis Overview</a:t>
            </a:r>
            <a:endParaRPr lang="en-US" sz="40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pic>
        <p:nvPicPr>
          <p:cNvPr id="170" name="image69bcda1985141" descr="image69bcda1985146"/>
          <p:cNvPicPr/>
          <p:nvPr/>
        </p:nvPicPr>
        <p:blipFill>
          <a:blip r:embed="rId2"/>
          <a:stretch/>
        </p:blipFill>
        <p:spPr>
          <a:xfrm>
            <a:off x="0" y="0"/>
            <a:ext cx="4571640" cy="5143320"/>
          </a:xfrm>
          <a:prstGeom prst="rect">
            <a:avLst/>
          </a:prstGeom>
          <a:noFill/>
          <a:ln w="0"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Rectangle 170"/>
          <p:cNvSpPr/>
          <p:nvPr/>
        </p:nvSpPr>
        <p:spPr>
          <a:xfrm>
            <a:off x="1007217" y="476460"/>
            <a:ext cx="3326463" cy="9522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b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800" b="1" u="none" strike="noStrike" dirty="0">
                <a:solidFill>
                  <a:schemeClr val="dk1"/>
                </a:solidFill>
                <a:effectLst/>
                <a:uFillTx/>
                <a:latin typeface="Space Grotesk"/>
              </a:rPr>
              <a:t>Problem Statement &amp; Goal</a:t>
            </a:r>
            <a:endParaRPr lang="en-US" sz="2800" b="0" u="none" strike="noStrike" dirty="0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172" name="Rectangle 171"/>
          <p:cNvSpPr/>
          <p:nvPr/>
        </p:nvSpPr>
        <p:spPr>
          <a:xfrm>
            <a:off x="476280" y="1905120"/>
            <a:ext cx="3619080" cy="2761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t">
            <a:normAutofit/>
          </a:bodyPr>
          <a:lstStyle/>
          <a:p>
            <a:pPr marL="171450" indent="-171450" defTabSz="914400">
              <a:lnSpc>
                <a:spcPct val="150000"/>
              </a:lnSpc>
              <a:buFont typeface="Arial" panose="020B0604020202020204" pitchFamily="34" charset="0"/>
              <a:buChar char="•"/>
              <a:tabLst>
                <a:tab pos="0" algn="l"/>
              </a:tabLst>
            </a:pPr>
            <a:r>
              <a:rPr lang="en-US" sz="1200" b="0" u="none" strike="noStrike">
                <a:solidFill>
                  <a:schemeClr val="dk1"/>
                </a:solidFill>
                <a:effectLst/>
                <a:uFillTx/>
                <a:latin typeface="Open Sans"/>
              </a:rPr>
              <a:t>Determine whether discounts affect profit and quantify the impact. 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  <a:p>
            <a:pPr marL="285750" indent="-285750" defTabSz="914400">
              <a:lnSpc>
                <a:spcPct val="150000"/>
              </a:lnSpc>
              <a:buFont typeface="Arial" panose="020B0604020202020204" pitchFamily="34" charset="0"/>
              <a:buChar char="•"/>
              <a:tabLst>
                <a:tab pos="0" algn="l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  <a:p>
            <a:pPr marL="171450" indent="-171450" defTabSz="914400">
              <a:lnSpc>
                <a:spcPct val="150000"/>
              </a:lnSpc>
              <a:buFont typeface="Arial" panose="020B0604020202020204" pitchFamily="34" charset="0"/>
              <a:buChar char="•"/>
              <a:tabLst>
                <a:tab pos="0" algn="l"/>
              </a:tabLst>
            </a:pPr>
            <a:r>
              <a:rPr lang="en-US" sz="1200" b="0" u="none" strike="noStrike">
                <a:solidFill>
                  <a:schemeClr val="dk1"/>
                </a:solidFill>
                <a:effectLst/>
                <a:uFillTx/>
                <a:latin typeface="Open Sans"/>
              </a:rPr>
              <a:t>Business goal: </a:t>
            </a:r>
            <a:r>
              <a:rPr lang="en-US" sz="1200" b="1" u="none" strike="noStrike">
                <a:solidFill>
                  <a:schemeClr val="dk1"/>
                </a:solidFill>
                <a:effectLst/>
                <a:uFillTx/>
                <a:latin typeface="Open Sans"/>
              </a:rPr>
              <a:t>Improve profitability</a:t>
            </a:r>
            <a:r>
              <a:rPr lang="en-US" sz="1200" b="0" u="none" strike="noStrike">
                <a:solidFill>
                  <a:schemeClr val="dk1"/>
                </a:solidFill>
                <a:effectLst/>
                <a:uFillTx/>
                <a:latin typeface="Open Sans"/>
              </a:rPr>
              <a:t> by identifying discount policies that erode margins and recommending data-driven adjustments.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pic>
        <p:nvPicPr>
          <p:cNvPr id="173" name="image69bcda199b67c" descr="image69bcda199b680"/>
          <p:cNvPicPr/>
          <p:nvPr/>
        </p:nvPicPr>
        <p:blipFill>
          <a:blip r:embed="rId2"/>
          <a:stretch/>
        </p:blipFill>
        <p:spPr>
          <a:xfrm>
            <a:off x="4572000" y="0"/>
            <a:ext cx="4571640" cy="5143320"/>
          </a:xfrm>
          <a:prstGeom prst="rect">
            <a:avLst/>
          </a:prstGeom>
          <a:noFill/>
          <a:ln w="0"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PlaceHolder 1"/>
          <p:cNvSpPr>
            <a:spLocks noGrp="1"/>
          </p:cNvSpPr>
          <p:nvPr>
            <p:ph type="title"/>
          </p:nvPr>
        </p:nvSpPr>
        <p:spPr>
          <a:xfrm>
            <a:off x="1467000" y="533520"/>
            <a:ext cx="6219360" cy="14094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rmAutofit/>
          </a:bodyPr>
          <a:lstStyle/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4000" b="1" u="none" strike="noStrike">
                <a:solidFill>
                  <a:schemeClr val="dk1"/>
                </a:solidFill>
                <a:effectLst/>
                <a:uFillTx/>
                <a:latin typeface="Space Grotesk"/>
                <a:ea typeface="Space Grotesk"/>
              </a:rPr>
              <a:t>Dataset &amp; Features</a:t>
            </a:r>
            <a:endParaRPr lang="fr-FR" sz="40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175" name="PlaceHolder 2"/>
          <p:cNvSpPr>
            <a:spLocks noGrp="1"/>
          </p:cNvSpPr>
          <p:nvPr>
            <p:ph/>
          </p:nvPr>
        </p:nvSpPr>
        <p:spPr>
          <a:xfrm>
            <a:off x="714240" y="2143080"/>
            <a:ext cx="7714800" cy="195228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rmAutofit/>
          </a:bodyPr>
          <a:lstStyle/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  <a:tabLst>
                <a:tab pos="0" algn="l"/>
              </a:tabLst>
            </a:pPr>
            <a:r>
              <a:rPr lang="en-US" sz="1200" b="0" u="none" strike="noStrike" dirty="0">
                <a:solidFill>
                  <a:schemeClr val="dk1"/>
                </a:solidFill>
                <a:effectLst/>
                <a:uFillTx/>
                <a:latin typeface="Open Sans"/>
                <a:ea typeface="Open Sans"/>
              </a:rPr>
              <a:t>Superstore Sales Dataset: 51,000+ records, 21 columns. </a:t>
            </a:r>
            <a:endParaRPr lang="fr-FR" sz="12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50000"/>
              </a:lnSpc>
              <a:buNone/>
              <a:tabLst>
                <a:tab pos="0" algn="l"/>
              </a:tabLst>
            </a:pPr>
            <a:endParaRPr lang="fr-FR" sz="14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  <a:tabLst>
                <a:tab pos="0" algn="l"/>
              </a:tabLst>
            </a:pPr>
            <a:r>
              <a:rPr lang="en-US" sz="1200" b="0" u="none" strike="noStrike" dirty="0">
                <a:solidFill>
                  <a:schemeClr val="dk1"/>
                </a:solidFill>
                <a:effectLst/>
                <a:uFillTx/>
                <a:latin typeface="Open Sans"/>
                <a:ea typeface="Open Sans"/>
              </a:rPr>
              <a:t>Key fields include </a:t>
            </a:r>
            <a:r>
              <a:rPr lang="en-US" sz="1200" b="0" i="1" u="none" strike="noStrike" dirty="0">
                <a:solidFill>
                  <a:schemeClr val="dk1"/>
                </a:solidFill>
                <a:effectLst/>
                <a:uFillTx/>
                <a:latin typeface="Open Sans"/>
                <a:ea typeface="Open Sans"/>
              </a:rPr>
              <a:t>Sales</a:t>
            </a:r>
            <a:r>
              <a:rPr lang="en-US" sz="1200" b="0" u="none" strike="noStrike" dirty="0">
                <a:solidFill>
                  <a:schemeClr val="dk1"/>
                </a:solidFill>
                <a:effectLst/>
                <a:uFillTx/>
                <a:latin typeface="Open Sans"/>
                <a:ea typeface="Open Sans"/>
              </a:rPr>
              <a:t>, </a:t>
            </a:r>
            <a:r>
              <a:rPr lang="en-US" sz="1200" b="0" i="1" u="none" strike="noStrike" dirty="0">
                <a:solidFill>
                  <a:schemeClr val="dk1"/>
                </a:solidFill>
                <a:effectLst/>
                <a:uFillTx/>
                <a:latin typeface="Open Sans"/>
                <a:ea typeface="Open Sans"/>
              </a:rPr>
              <a:t>Profit</a:t>
            </a:r>
            <a:r>
              <a:rPr lang="en-US" sz="1200" b="0" u="none" strike="noStrike" dirty="0">
                <a:solidFill>
                  <a:schemeClr val="dk1"/>
                </a:solidFill>
                <a:effectLst/>
                <a:uFillTx/>
                <a:latin typeface="Open Sans"/>
                <a:ea typeface="Open Sans"/>
              </a:rPr>
              <a:t>, </a:t>
            </a:r>
            <a:r>
              <a:rPr lang="en-US" sz="1200" b="0" i="1" u="none" strike="noStrike" dirty="0">
                <a:solidFill>
                  <a:schemeClr val="dk1"/>
                </a:solidFill>
                <a:effectLst/>
                <a:uFillTx/>
                <a:latin typeface="Open Sans"/>
                <a:ea typeface="Open Sans"/>
              </a:rPr>
              <a:t>Discount</a:t>
            </a:r>
            <a:r>
              <a:rPr lang="en-US" sz="1200" b="0" u="none" strike="noStrike" dirty="0">
                <a:solidFill>
                  <a:schemeClr val="dk1"/>
                </a:solidFill>
                <a:effectLst/>
                <a:uFillTx/>
                <a:latin typeface="Open Sans"/>
                <a:ea typeface="Open Sans"/>
              </a:rPr>
              <a:t>, </a:t>
            </a:r>
            <a:r>
              <a:rPr lang="en-US" sz="1200" b="0" i="1" u="none" strike="noStrike" dirty="0">
                <a:solidFill>
                  <a:schemeClr val="dk1"/>
                </a:solidFill>
                <a:effectLst/>
                <a:uFillTx/>
                <a:latin typeface="Open Sans"/>
                <a:ea typeface="Open Sans"/>
              </a:rPr>
              <a:t>Category</a:t>
            </a:r>
            <a:r>
              <a:rPr lang="en-US" sz="1200" b="0" u="none" strike="noStrike" dirty="0">
                <a:solidFill>
                  <a:schemeClr val="dk1"/>
                </a:solidFill>
                <a:effectLst/>
                <a:uFillTx/>
                <a:latin typeface="Open Sans"/>
                <a:ea typeface="Open Sans"/>
              </a:rPr>
              <a:t>, and </a:t>
            </a:r>
            <a:r>
              <a:rPr lang="en-US" sz="1200" b="0" i="1" u="none" strike="noStrike" dirty="0">
                <a:solidFill>
                  <a:schemeClr val="dk1"/>
                </a:solidFill>
                <a:effectLst/>
                <a:uFillTx/>
                <a:latin typeface="Open Sans"/>
                <a:ea typeface="Open Sans"/>
              </a:rPr>
              <a:t>Region</a:t>
            </a:r>
            <a:r>
              <a:rPr lang="en-US" sz="1200" b="0" u="none" strike="noStrike" dirty="0">
                <a:solidFill>
                  <a:schemeClr val="dk1"/>
                </a:solidFill>
                <a:effectLst/>
                <a:uFillTx/>
                <a:latin typeface="Open Sans"/>
                <a:ea typeface="Open Sans"/>
              </a:rPr>
              <a:t>. Data preparation covered cleaning, deduplication, and feature engineering (delivery days, profit margin).</a:t>
            </a:r>
            <a:endParaRPr lang="fr-FR" sz="12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Rectangle 175"/>
          <p:cNvSpPr/>
          <p:nvPr/>
        </p:nvSpPr>
        <p:spPr>
          <a:xfrm>
            <a:off x="1136680" y="84395"/>
            <a:ext cx="8191080" cy="9522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b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800" b="1" u="none" strike="noStrike" dirty="0">
                <a:solidFill>
                  <a:schemeClr val="dk1"/>
                </a:solidFill>
                <a:effectLst/>
                <a:uFillTx/>
                <a:latin typeface="Space Grotesk"/>
              </a:rPr>
              <a:t>Data Preparation Steps</a:t>
            </a:r>
            <a:endParaRPr lang="en-US" sz="2800" b="0" u="none" strike="noStrike" dirty="0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177" name="Rectangle 176"/>
          <p:cNvSpPr/>
          <p:nvPr/>
        </p:nvSpPr>
        <p:spPr>
          <a:xfrm>
            <a:off x="788337" y="1643863"/>
            <a:ext cx="8191080" cy="2761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t">
            <a:normAutofit/>
          </a:bodyPr>
          <a:lstStyle/>
          <a:p>
            <a:pPr marL="171450" indent="-171450" defTabSz="914400">
              <a:lnSpc>
                <a:spcPct val="150000"/>
              </a:lnSpc>
              <a:buFont typeface="Arial" panose="020B0604020202020204" pitchFamily="34" charset="0"/>
              <a:buChar char="•"/>
              <a:tabLst>
                <a:tab pos="0" algn="l"/>
              </a:tabLst>
            </a:pPr>
            <a:r>
              <a:rPr lang="en-US" sz="1200" b="0" u="none" strike="noStrike" dirty="0">
                <a:solidFill>
                  <a:schemeClr val="dk1"/>
                </a:solidFill>
                <a:effectLst/>
                <a:uFillTx/>
                <a:latin typeface="Open Sans"/>
              </a:rPr>
              <a:t>Performed data cleaning: handled </a:t>
            </a:r>
            <a:r>
              <a:rPr lang="en-US" sz="1200" b="0" i="1" u="none" strike="noStrike" dirty="0">
                <a:solidFill>
                  <a:schemeClr val="dk1"/>
                </a:solidFill>
                <a:effectLst/>
                <a:uFillTx/>
                <a:latin typeface="Open Sans"/>
              </a:rPr>
              <a:t>missing values</a:t>
            </a:r>
            <a:r>
              <a:rPr lang="en-US" sz="1200" b="0" u="none" strike="noStrike" dirty="0">
                <a:solidFill>
                  <a:schemeClr val="dk1"/>
                </a:solidFill>
                <a:effectLst/>
                <a:uFillTx/>
                <a:latin typeface="Open Sans"/>
              </a:rPr>
              <a:t>, removed duplicates, and corrected data types.</a:t>
            </a:r>
            <a:endParaRPr lang="en-US" sz="1200" b="0" u="none" strike="noStrike" dirty="0">
              <a:solidFill>
                <a:srgbClr val="000000"/>
              </a:solidFill>
              <a:effectLst/>
              <a:uFillTx/>
              <a:latin typeface="OpenSymbol"/>
            </a:endParaRPr>
          </a:p>
          <a:p>
            <a:pPr marL="285750" indent="-285750" defTabSz="914400">
              <a:lnSpc>
                <a:spcPct val="150000"/>
              </a:lnSpc>
              <a:buFont typeface="Arial" panose="020B0604020202020204" pitchFamily="34" charset="0"/>
              <a:buChar char="•"/>
              <a:tabLst>
                <a:tab pos="0" algn="l"/>
              </a:tabLst>
            </a:pPr>
            <a:endParaRPr lang="en-US" sz="1800" b="0" u="none" strike="noStrike" dirty="0">
              <a:solidFill>
                <a:srgbClr val="000000"/>
              </a:solidFill>
              <a:effectLst/>
              <a:uFillTx/>
              <a:latin typeface="OpenSymbol"/>
            </a:endParaRPr>
          </a:p>
          <a:p>
            <a:pPr marL="171450" indent="-171450" defTabSz="914400">
              <a:lnSpc>
                <a:spcPct val="150000"/>
              </a:lnSpc>
              <a:buFont typeface="Arial" panose="020B0604020202020204" pitchFamily="34" charset="0"/>
              <a:buChar char="•"/>
              <a:tabLst>
                <a:tab pos="0" algn="l"/>
              </a:tabLst>
            </a:pPr>
            <a:r>
              <a:rPr lang="en-US" sz="1200" b="0" u="none" strike="noStrike" dirty="0">
                <a:solidFill>
                  <a:schemeClr val="dk1"/>
                </a:solidFill>
                <a:effectLst/>
                <a:uFillTx/>
                <a:latin typeface="Open Sans"/>
              </a:rPr>
              <a:t>Feature engineering created </a:t>
            </a:r>
            <a:r>
              <a:rPr lang="en-US" sz="1200" b="0" i="1" u="none" strike="noStrike" dirty="0" err="1">
                <a:solidFill>
                  <a:schemeClr val="dk1"/>
                </a:solidFill>
                <a:effectLst/>
                <a:uFillTx/>
                <a:latin typeface="Open Sans"/>
              </a:rPr>
              <a:t>delivery_days</a:t>
            </a:r>
            <a:r>
              <a:rPr lang="en-US" sz="1200" b="0" u="none" strike="noStrike" dirty="0">
                <a:solidFill>
                  <a:schemeClr val="dk1"/>
                </a:solidFill>
                <a:effectLst/>
                <a:uFillTx/>
                <a:latin typeface="Open Sans"/>
              </a:rPr>
              <a:t> and </a:t>
            </a:r>
            <a:r>
              <a:rPr lang="en-US" sz="1200" b="0" i="1" u="none" strike="noStrike" dirty="0" err="1">
                <a:solidFill>
                  <a:schemeClr val="dk1"/>
                </a:solidFill>
                <a:effectLst/>
                <a:uFillTx/>
                <a:latin typeface="Open Sans"/>
              </a:rPr>
              <a:t>profit_margin</a:t>
            </a:r>
            <a:r>
              <a:rPr lang="en-US" sz="1200" b="0" u="none" strike="noStrike" dirty="0">
                <a:solidFill>
                  <a:schemeClr val="dk1"/>
                </a:solidFill>
                <a:effectLst/>
                <a:uFillTx/>
                <a:latin typeface="Open Sans"/>
              </a:rPr>
              <a:t> variables to enable deeper profitability analysis.</a:t>
            </a:r>
            <a:endParaRPr lang="en-US" sz="1200" b="0" u="none" strike="noStrike" dirty="0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Rectangle 177"/>
          <p:cNvSpPr/>
          <p:nvPr/>
        </p:nvSpPr>
        <p:spPr>
          <a:xfrm>
            <a:off x="1143000" y="410966"/>
            <a:ext cx="2285640" cy="9522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t">
            <a:sp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5000" b="1" u="none" strike="noStrike" dirty="0">
                <a:solidFill>
                  <a:schemeClr val="dk1"/>
                </a:solidFill>
                <a:effectLst/>
                <a:uFillTx/>
                <a:latin typeface="Calibri"/>
              </a:rPr>
              <a:t>01</a:t>
            </a:r>
            <a:endParaRPr lang="en-US" sz="5000" b="0" u="none" strike="noStrike" dirty="0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179" name="Rectangle 178"/>
          <p:cNvSpPr/>
          <p:nvPr/>
        </p:nvSpPr>
        <p:spPr>
          <a:xfrm>
            <a:off x="476280" y="1428840"/>
            <a:ext cx="3619080" cy="14284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b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4000" b="1" u="none" strike="noStrike">
                <a:solidFill>
                  <a:schemeClr val="dk1"/>
                </a:solidFill>
                <a:effectLst/>
                <a:uFillTx/>
                <a:latin typeface="Space Grotesk"/>
              </a:rPr>
              <a:t>Findings &amp; Actions</a:t>
            </a:r>
            <a:endParaRPr lang="en-US" sz="40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pic>
        <p:nvPicPr>
          <p:cNvPr id="180" name="image69bcda19ad4b1" descr="image69bcda19ad4b6"/>
          <p:cNvPicPr/>
          <p:nvPr/>
        </p:nvPicPr>
        <p:blipFill>
          <a:blip r:embed="rId2"/>
          <a:stretch/>
        </p:blipFill>
        <p:spPr>
          <a:xfrm>
            <a:off x="4572000" y="0"/>
            <a:ext cx="4571640" cy="5143320"/>
          </a:xfrm>
          <a:prstGeom prst="rect">
            <a:avLst/>
          </a:prstGeom>
          <a:noFill/>
          <a:ln w="0"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Rectangle 180"/>
          <p:cNvSpPr/>
          <p:nvPr/>
        </p:nvSpPr>
        <p:spPr>
          <a:xfrm>
            <a:off x="5048280" y="476280"/>
            <a:ext cx="3619080" cy="9522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b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800" b="1" u="none" strike="noStrike">
                <a:solidFill>
                  <a:schemeClr val="dk1"/>
                </a:solidFill>
                <a:effectLst/>
                <a:uFillTx/>
                <a:latin typeface="Space Grotesk"/>
              </a:rPr>
              <a:t>Statistical Results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182" name="Rectangle 181"/>
          <p:cNvSpPr/>
          <p:nvPr/>
        </p:nvSpPr>
        <p:spPr>
          <a:xfrm>
            <a:off x="5048280" y="1905120"/>
            <a:ext cx="3619080" cy="2761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t">
            <a:normAutofit/>
          </a:bodyPr>
          <a:lstStyle/>
          <a:p>
            <a:pPr defTabSz="914400">
              <a:lnSpc>
                <a:spcPct val="15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chemeClr val="dk1"/>
                </a:solidFill>
                <a:effectLst/>
                <a:uFillTx/>
                <a:latin typeface="Open Sans"/>
              </a:rPr>
              <a:t>Conducted independent t-test comparing profit across discount levels. 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  <a:p>
            <a:pPr defTabSz="914400">
              <a:lnSpc>
                <a:spcPct val="15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  <a:p>
            <a:pPr defTabSz="914400">
              <a:lnSpc>
                <a:spcPct val="15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chemeClr val="dk1"/>
                </a:solidFill>
                <a:effectLst/>
                <a:uFillTx/>
                <a:latin typeface="Open Sans"/>
              </a:rPr>
              <a:t>T-statistic: </a:t>
            </a:r>
            <a:r>
              <a:rPr lang="en-US" sz="1200" b="1" u="none" strike="noStrike">
                <a:solidFill>
                  <a:schemeClr val="dk1"/>
                </a:solidFill>
                <a:effectLst/>
                <a:uFillTx/>
                <a:latin typeface="Open Sans"/>
              </a:rPr>
              <a:t>73.04</a:t>
            </a:r>
            <a:r>
              <a:rPr lang="en-US" sz="1200" b="0" u="none" strike="noStrike">
                <a:solidFill>
                  <a:schemeClr val="dk1"/>
                </a:solidFill>
                <a:effectLst/>
                <a:uFillTx/>
                <a:latin typeface="Open Sans"/>
              </a:rPr>
              <a:t>. P-value: </a:t>
            </a:r>
            <a:r>
              <a:rPr lang="en-US" sz="1200" b="1" u="none" strike="noStrike">
                <a:solidFill>
                  <a:schemeClr val="dk1"/>
                </a:solidFill>
                <a:effectLst/>
                <a:uFillTx/>
                <a:latin typeface="Open Sans"/>
              </a:rPr>
              <a:t>0.0</a:t>
            </a:r>
            <a:r>
              <a:rPr lang="en-US" sz="1200" b="0" u="none" strike="noStrike">
                <a:solidFill>
                  <a:schemeClr val="dk1"/>
                </a:solidFill>
                <a:effectLst/>
                <a:uFillTx/>
                <a:latin typeface="Open Sans"/>
              </a:rPr>
              <a:t> (p 0.05), indicating strong evidence that </a:t>
            </a:r>
            <a:r>
              <a:rPr lang="en-US" sz="1200" b="0" i="1" u="none" strike="noStrike">
                <a:solidFill>
                  <a:schemeClr val="dk1"/>
                </a:solidFill>
                <a:effectLst/>
                <a:uFillTx/>
                <a:latin typeface="Open Sans"/>
              </a:rPr>
              <a:t>discounts affect profit</a:t>
            </a:r>
            <a:r>
              <a:rPr lang="en-US" sz="1200" b="0" u="none" strike="noStrike">
                <a:solidFill>
                  <a:schemeClr val="dk1"/>
                </a:solidFill>
                <a:effectLst/>
                <a:uFillTx/>
                <a:latin typeface="Open Sans"/>
              </a:rPr>
              <a:t> negatively.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pic>
        <p:nvPicPr>
          <p:cNvPr id="183" name="image69bcda19be6c1" descr="image69bcda19be6c5"/>
          <p:cNvPicPr/>
          <p:nvPr/>
        </p:nvPicPr>
        <p:blipFill>
          <a:blip r:embed="rId2"/>
          <a:stretch/>
        </p:blipFill>
        <p:spPr>
          <a:xfrm>
            <a:off x="0" y="0"/>
            <a:ext cx="4571640" cy="5143320"/>
          </a:xfrm>
          <a:prstGeom prst="rect">
            <a:avLst/>
          </a:prstGeom>
          <a:noFill/>
          <a:ln w="0"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PlaceHolder 1"/>
          <p:cNvSpPr>
            <a:spLocks noGrp="1"/>
          </p:cNvSpPr>
          <p:nvPr>
            <p:ph type="title"/>
          </p:nvPr>
        </p:nvSpPr>
        <p:spPr>
          <a:xfrm>
            <a:off x="1467000" y="533520"/>
            <a:ext cx="6219360" cy="14094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rmAutofit/>
          </a:bodyPr>
          <a:lstStyle/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4000" b="1" u="none" strike="noStrike">
                <a:solidFill>
                  <a:schemeClr val="dk1"/>
                </a:solidFill>
                <a:effectLst/>
                <a:uFillTx/>
                <a:latin typeface="Space Grotesk"/>
                <a:ea typeface="Space Grotesk"/>
              </a:rPr>
              <a:t>Business Insights</a:t>
            </a:r>
            <a:endParaRPr lang="fr-FR" sz="40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185" name="PlaceHolder 2"/>
          <p:cNvSpPr>
            <a:spLocks noGrp="1"/>
          </p:cNvSpPr>
          <p:nvPr>
            <p:ph/>
          </p:nvPr>
        </p:nvSpPr>
        <p:spPr>
          <a:xfrm>
            <a:off x="714240" y="2143080"/>
            <a:ext cx="7714800" cy="195228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rmAutofit/>
          </a:bodyPr>
          <a:lstStyle/>
          <a:p>
            <a:pPr indent="0">
              <a:lnSpc>
                <a:spcPct val="150000"/>
              </a:lnSpc>
              <a:buNone/>
              <a:tabLst>
                <a:tab pos="0" algn="l"/>
              </a:tabLst>
            </a:pPr>
            <a:r>
              <a:rPr lang="en-US" sz="1200" b="0" u="none" strike="noStrike">
                <a:solidFill>
                  <a:schemeClr val="dk1"/>
                </a:solidFill>
                <a:effectLst/>
                <a:uFillTx/>
                <a:latin typeface="Open Sans"/>
                <a:ea typeface="Open Sans"/>
              </a:rPr>
              <a:t>High discounting correlates with lower profit margins across categories. </a:t>
            </a:r>
            <a:endParaRPr lang="fr-FR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50000"/>
              </a:lnSpc>
              <a:buNone/>
              <a:tabLst>
                <a:tab pos="0" algn="l"/>
              </a:tabLst>
            </a:pPr>
            <a:endParaRPr lang="fr-FR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50000"/>
              </a:lnSpc>
              <a:buNone/>
              <a:tabLst>
                <a:tab pos="0" algn="l"/>
              </a:tabLst>
            </a:pPr>
            <a:r>
              <a:rPr lang="en-US" sz="1200" b="0" u="none" strike="noStrike">
                <a:solidFill>
                  <a:schemeClr val="dk1"/>
                </a:solidFill>
                <a:effectLst/>
                <a:uFillTx/>
                <a:latin typeface="Open Sans"/>
                <a:ea typeface="Open Sans"/>
              </a:rPr>
              <a:t>Some high-sales regions still report negative profits, revealing pricing or cost issues on specific products.</a:t>
            </a:r>
            <a:endParaRPr lang="fr-FR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Rectangle 185"/>
          <p:cNvSpPr/>
          <p:nvPr/>
        </p:nvSpPr>
        <p:spPr>
          <a:xfrm>
            <a:off x="1187480" y="113423"/>
            <a:ext cx="8191080" cy="9522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b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800" b="1" u="none" strike="noStrike" dirty="0">
                <a:solidFill>
                  <a:schemeClr val="dk1"/>
                </a:solidFill>
                <a:effectLst/>
                <a:uFillTx/>
                <a:latin typeface="Space Grotesk"/>
              </a:rPr>
              <a:t>Recommendations</a:t>
            </a:r>
            <a:endParaRPr lang="en-US" sz="2800" b="0" u="none" strike="noStrike" dirty="0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187" name="Rectangle 186"/>
          <p:cNvSpPr/>
          <p:nvPr/>
        </p:nvSpPr>
        <p:spPr>
          <a:xfrm>
            <a:off x="476280" y="1905120"/>
            <a:ext cx="8191080" cy="2761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t">
            <a:normAutofit/>
          </a:bodyPr>
          <a:lstStyle/>
          <a:p>
            <a:pPr defTabSz="914400">
              <a:lnSpc>
                <a:spcPct val="15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chemeClr val="dk1"/>
                </a:solidFill>
                <a:effectLst/>
                <a:uFillTx/>
                <a:latin typeface="Open Sans"/>
              </a:rPr>
              <a:t>Implement targeted discount guidelines focusing on </a:t>
            </a:r>
            <a:r>
              <a:rPr lang="en-US" sz="1200" b="0" i="1" u="none" strike="noStrike">
                <a:solidFill>
                  <a:schemeClr val="dk1"/>
                </a:solidFill>
                <a:effectLst/>
                <a:uFillTx/>
                <a:latin typeface="Open Sans"/>
              </a:rPr>
              <a:t>profitable SKUs</a:t>
            </a:r>
            <a:r>
              <a:rPr lang="en-US" sz="1200" b="0" u="none" strike="noStrike">
                <a:solidFill>
                  <a:schemeClr val="dk1"/>
                </a:solidFill>
                <a:effectLst/>
                <a:uFillTx/>
                <a:latin typeface="Open Sans"/>
              </a:rPr>
              <a:t> and customer segments. 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  <a:p>
            <a:pPr defTabSz="914400">
              <a:lnSpc>
                <a:spcPct val="15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  <a:p>
            <a:pPr defTabSz="914400">
              <a:lnSpc>
                <a:spcPct val="15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chemeClr val="dk1"/>
                </a:solidFill>
                <a:effectLst/>
                <a:uFillTx/>
                <a:latin typeface="Open Sans"/>
              </a:rPr>
              <a:t>Monitor margin impact before approving promotions and adjust thresholds to prevent loss-making deals.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PlaceHolder 1"/>
          <p:cNvSpPr>
            <a:spLocks noGrp="1"/>
          </p:cNvSpPr>
          <p:nvPr>
            <p:ph type="title"/>
          </p:nvPr>
        </p:nvSpPr>
        <p:spPr>
          <a:xfrm>
            <a:off x="704880" y="533520"/>
            <a:ext cx="3866760" cy="144756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rmAutofit/>
          </a:bodyPr>
          <a:lstStyle/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600" b="1" u="none" strike="noStrike">
                <a:solidFill>
                  <a:schemeClr val="dk1"/>
                </a:solidFill>
                <a:effectLst/>
                <a:uFillTx/>
                <a:latin typeface="Space Grotesk"/>
                <a:ea typeface="Space Grotesk"/>
              </a:rPr>
              <a:t>Conclusions</a:t>
            </a:r>
            <a:endParaRPr lang="fr-FR" sz="2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189" name="PlaceHolder 2"/>
          <p:cNvSpPr>
            <a:spLocks noGrp="1"/>
          </p:cNvSpPr>
          <p:nvPr>
            <p:ph/>
          </p:nvPr>
        </p:nvSpPr>
        <p:spPr>
          <a:xfrm>
            <a:off x="704880" y="1409850"/>
            <a:ext cx="7372320" cy="23238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rm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  <a:tabLst>
                <a:tab pos="0" algn="l"/>
              </a:tabLst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Open Sans"/>
                <a:ea typeface="Open Sans"/>
              </a:rPr>
              <a:t>Statistical evidence shows discounts significantly reduce profitability. </a:t>
            </a:r>
            <a:endParaRPr lang="fr-FR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  <a:tabLst>
                <a:tab pos="0" algn="l"/>
              </a:tabLst>
            </a:pPr>
            <a:endParaRPr lang="fr-FR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  <a:tabLst>
                <a:tab pos="0" algn="l"/>
              </a:tabLst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Open Sans"/>
                <a:ea typeface="Open Sans"/>
              </a:rPr>
              <a:t>Adopt data-driven discount policies and continuous monitoring to optimize margins and avoid unintended losses.</a:t>
            </a:r>
            <a:endParaRPr lang="fr-FR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A82877-AD1A-26ED-59FA-3BF6EAB2B6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PlaceHolder 1">
            <a:extLst>
              <a:ext uri="{FF2B5EF4-FFF2-40B4-BE49-F238E27FC236}">
                <a16:creationId xmlns:a16="http://schemas.microsoft.com/office/drawing/2014/main" id="{AE101503-D2A9-A7E5-CBCC-94D6C7DE272E}"/>
              </a:ext>
            </a:extLst>
          </p:cNvPr>
          <p:cNvSpPr txBox="1">
            <a:spLocks/>
          </p:cNvSpPr>
          <p:nvPr/>
        </p:nvSpPr>
        <p:spPr>
          <a:xfrm>
            <a:off x="2724469" y="1565359"/>
            <a:ext cx="4285800" cy="984885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" sz="5200" b="1">
                <a:solidFill>
                  <a:schemeClr val="dk1"/>
                </a:solidFill>
                <a:latin typeface="Space Grotesk"/>
                <a:ea typeface="Space Grotesk"/>
              </a:rPr>
              <a:t>Thanks You</a:t>
            </a:r>
            <a:endParaRPr lang="fr-FR" sz="5200" dirty="0">
              <a:solidFill>
                <a:schemeClr val="dk1"/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197939457"/>
      </p:ext>
    </p:extLst>
  </p:cSld>
  <p:clrMapOvr>
    <a:masterClrMapping/>
  </p:clrMapOvr>
</p:sld>
</file>

<file path=ppt/theme/theme1.xml><?xml version="1.0" encoding="utf-8"?>
<a:theme xmlns:a="http://schemas.openxmlformats.org/drawingml/2006/main" name="Sales Report by Slidesgo">
  <a:themeElements>
    <a:clrScheme name="Simple Light">
      <a:dk1>
        <a:srgbClr val="191919"/>
      </a:dk1>
      <a:lt1>
        <a:srgbClr val="FFFFFF"/>
      </a:lt1>
      <a:dk2>
        <a:srgbClr val="CEEEFF"/>
      </a:dk2>
      <a:lt2>
        <a:srgbClr val="80DCFC"/>
      </a:lt2>
      <a:accent1>
        <a:srgbClr val="FFFFFF"/>
      </a:accent1>
      <a:accent2>
        <a:srgbClr val="FFFFFF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000000"/>
      </a:hlink>
      <a:folHlink>
        <a:srgbClr val="0097A7"/>
      </a:folHlink>
    </a:clrScheme>
    <a:fontScheme name="Office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Slidesgo Final Pages">
  <a:themeElements>
    <a:clrScheme name="Simple Light">
      <a:dk1>
        <a:srgbClr val="FFFFFF"/>
      </a:dk1>
      <a:lt1>
        <a:srgbClr val="22244E"/>
      </a:lt1>
      <a:dk2>
        <a:srgbClr val="503259"/>
      </a:dk2>
      <a:lt2>
        <a:srgbClr val="765186"/>
      </a:lt2>
      <a:accent1>
        <a:srgbClr val="B07CC6"/>
      </a:accent1>
      <a:accent2>
        <a:srgbClr val="FAF6E7"/>
      </a:accent2>
      <a:accent3>
        <a:srgbClr val="E3DFD2"/>
      </a:accent3>
      <a:accent4>
        <a:srgbClr val="FFFFFF"/>
      </a:accent4>
      <a:accent5>
        <a:srgbClr val="FFFFFF"/>
      </a:accent5>
      <a:accent6>
        <a:srgbClr val="FFFFFF"/>
      </a:accent6>
      <a:hlink>
        <a:srgbClr val="765186"/>
      </a:hlink>
      <a:folHlink>
        <a:srgbClr val="0097A7"/>
      </a:folHlink>
    </a:clrScheme>
    <a:fontScheme name="Office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9</TotalTime>
  <Words>278</Words>
  <Application>Microsoft Office PowerPoint</Application>
  <PresentationFormat>On-screen Show (16:9)</PresentationFormat>
  <Paragraphs>39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12</vt:i4>
      </vt:variant>
    </vt:vector>
  </HeadingPairs>
  <TitlesOfParts>
    <vt:vector size="21" baseType="lpstr">
      <vt:lpstr>Arial</vt:lpstr>
      <vt:lpstr>Calibri</vt:lpstr>
      <vt:lpstr>Open Sans</vt:lpstr>
      <vt:lpstr>OpenSymbol</vt:lpstr>
      <vt:lpstr>Space Grotesk</vt:lpstr>
      <vt:lpstr>Symbol</vt:lpstr>
      <vt:lpstr>Wingdings</vt:lpstr>
      <vt:lpstr>Sales Report by Slidesgo</vt:lpstr>
      <vt:lpstr>Slidesgo Final Pages</vt:lpstr>
      <vt:lpstr>Discounts Impact</vt:lpstr>
      <vt:lpstr>Introduction</vt:lpstr>
      <vt:lpstr>PowerPoint Presentation</vt:lpstr>
      <vt:lpstr>PowerPoint Presentation</vt:lpstr>
      <vt:lpstr>Dataset &amp; Features</vt:lpstr>
      <vt:lpstr>PowerPoint Presentation</vt:lpstr>
      <vt:lpstr>PowerPoint Presentation</vt:lpstr>
      <vt:lpstr>PowerPoint Presentation</vt:lpstr>
      <vt:lpstr>Business Insights</vt:lpstr>
      <vt:lpstr>PowerPoint Presentation</vt:lpstr>
      <vt:lpstr>Conclusions</vt:lpstr>
      <vt:lpstr>PowerPoint Presentation</vt:lpstr>
    </vt:vector>
  </TitlesOfParts>
  <Company>Microsoft Corporation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KRISHNA SAI</cp:lastModifiedBy>
  <cp:revision>1</cp:revision>
  <dcterms:modified xsi:type="dcterms:W3CDTF">2026-03-20T05:38:01Z</dcterms:modified>
</cp:coreProperties>
</file>

<file path=docProps/core0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2026-03-20T05:24:33Z</dcterms:created>
  <dc:creator>Unknown Creator</dc:creator>
  <dc:description/>
  <dc:language>en-US</dc:language>
  <cp:lastModifiedBy>Unknown Creator</cp:lastModifiedBy>
  <dcterms:modified xsi:type="dcterms:W3CDTF">2026-03-20T05:24:33Z</dcterms:modified>
  <cp:revision>0</cp:revision>
  <dc:subject/>
  <dc:title>Untitled Presentation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Slides">
    <vt:r8>12</vt:r8>
  </property>
</Properties>
</file>